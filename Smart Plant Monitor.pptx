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65" r:id="rId7"/>
    <p:sldId id="266" r:id="rId8"/>
    <p:sldId id="262" r:id="rId9"/>
    <p:sldId id="259" r:id="rId10"/>
    <p:sldId id="269" r:id="rId11"/>
    <p:sldId id="270" r:id="rId12"/>
    <p:sldId id="271" r:id="rId13"/>
    <p:sldId id="272" r:id="rId14"/>
    <p:sldId id="273" r:id="rId15"/>
    <p:sldId id="274" r:id="rId16"/>
    <p:sldId id="275" r:id="rId17"/>
    <p:sldId id="276" r:id="rId18"/>
    <p:sldId id="268" r:id="rId19"/>
    <p:sldId id="260" r:id="rId20"/>
    <p:sldId id="264" r:id="rId21"/>
    <p:sldId id="263" r:id="rId22"/>
    <p:sldId id="26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64" d="100"/>
          <a:sy n="64" d="100"/>
        </p:scale>
        <p:origin x="252" y="7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002" y="105879"/>
            <a:ext cx="6933398" cy="3832346"/>
          </a:xfrm>
        </p:spPr>
        <p:txBody>
          <a:bodyPr vert="horz" lIns="91440" tIns="45720" rIns="91440" bIns="45720" rtlCol="0" anchor="t">
            <a:normAutofit/>
          </a:bodyPr>
          <a:lstStyle>
            <a:lvl1pPr>
              <a:lnSpc>
                <a:spcPct val="90000"/>
              </a:lnSpc>
              <a:defRPr lang="en-US" sz="6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2000" y="4837892"/>
            <a:ext cx="4184904" cy="918015"/>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13" name="Freeform: Shape 12">
            <a:extLst>
              <a:ext uri="{FF2B5EF4-FFF2-40B4-BE49-F238E27FC236}">
                <a16:creationId xmlns:a16="http://schemas.microsoft.com/office/drawing/2014/main" id="{B7D523F3-FDC7-CB09-72C3-675307026069}"/>
              </a:ext>
              <a:ext uri="{C183D7F6-B498-43B3-948B-1728B52AA6E4}">
                <adec:decorative xmlns:adec="http://schemas.microsoft.com/office/drawing/2017/decorative" val="1"/>
              </a:ext>
            </a:extLst>
          </p:cNvPr>
          <p:cNvSpPr/>
          <p:nvPr/>
        </p:nvSpPr>
        <p:spPr>
          <a:xfrm>
            <a:off x="7693152" y="0"/>
            <a:ext cx="4498848" cy="6089904"/>
          </a:xfrm>
          <a:custGeom>
            <a:avLst/>
            <a:gdLst>
              <a:gd name="connsiteX0" fmla="*/ 0 w 4510185"/>
              <a:gd name="connsiteY0" fmla="*/ 0 h 6096000"/>
              <a:gd name="connsiteX1" fmla="*/ 4510185 w 4510185"/>
              <a:gd name="connsiteY1" fmla="*/ 0 h 6096000"/>
              <a:gd name="connsiteX2" fmla="*/ 4510185 w 4510185"/>
              <a:gd name="connsiteY2" fmla="*/ 6096000 h 6096000"/>
              <a:gd name="connsiteX3" fmla="*/ 501522 w 4510185"/>
              <a:gd name="connsiteY3" fmla="*/ 6096000 h 6096000"/>
              <a:gd name="connsiteX4" fmla="*/ 0 w 4510185"/>
              <a:gd name="connsiteY4" fmla="*/ 559139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0185" h="6096000">
                <a:moveTo>
                  <a:pt x="0" y="0"/>
                </a:moveTo>
                <a:lnTo>
                  <a:pt x="4510185" y="0"/>
                </a:lnTo>
                <a:lnTo>
                  <a:pt x="4510185" y="6096000"/>
                </a:lnTo>
                <a:lnTo>
                  <a:pt x="501522" y="6096000"/>
                </a:lnTo>
                <a:cubicBezTo>
                  <a:pt x="224540" y="6096000"/>
                  <a:pt x="0" y="5870082"/>
                  <a:pt x="0" y="5591398"/>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Picture Placeholder 10">
            <a:extLst>
              <a:ext uri="{FF2B5EF4-FFF2-40B4-BE49-F238E27FC236}">
                <a16:creationId xmlns:a16="http://schemas.microsoft.com/office/drawing/2014/main" id="{47046596-FFEC-0663-2F9B-19F442C8D1F7}"/>
              </a:ext>
            </a:extLst>
          </p:cNvPr>
          <p:cNvSpPr>
            <a:spLocks noGrp="1"/>
          </p:cNvSpPr>
          <p:nvPr>
            <p:ph type="pic" sz="quarter" idx="13" hasCustomPrompt="1"/>
          </p:nvPr>
        </p:nvSpPr>
        <p:spPr>
          <a:xfrm>
            <a:off x="7681816" y="0"/>
            <a:ext cx="4510185" cy="6096000"/>
          </a:xfrm>
          <a:custGeom>
            <a:avLst/>
            <a:gdLst>
              <a:gd name="connsiteX0" fmla="*/ 0 w 4510185"/>
              <a:gd name="connsiteY0" fmla="*/ 0 h 6096000"/>
              <a:gd name="connsiteX1" fmla="*/ 4510185 w 4510185"/>
              <a:gd name="connsiteY1" fmla="*/ 0 h 6096000"/>
              <a:gd name="connsiteX2" fmla="*/ 4510185 w 4510185"/>
              <a:gd name="connsiteY2" fmla="*/ 6096000 h 6096000"/>
              <a:gd name="connsiteX3" fmla="*/ 501522 w 4510185"/>
              <a:gd name="connsiteY3" fmla="*/ 6096000 h 6096000"/>
              <a:gd name="connsiteX4" fmla="*/ 0 w 4510185"/>
              <a:gd name="connsiteY4" fmla="*/ 559139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0185" h="6096000">
                <a:moveTo>
                  <a:pt x="0" y="0"/>
                </a:moveTo>
                <a:lnTo>
                  <a:pt x="4510185" y="0"/>
                </a:lnTo>
                <a:lnTo>
                  <a:pt x="4510185" y="6096000"/>
                </a:lnTo>
                <a:lnTo>
                  <a:pt x="501522" y="6096000"/>
                </a:lnTo>
                <a:cubicBezTo>
                  <a:pt x="224540" y="6096000"/>
                  <a:pt x="0" y="5870082"/>
                  <a:pt x="0" y="5591398"/>
                </a:cubicBezTo>
                <a:close/>
              </a:path>
            </a:pathLst>
          </a:custGeom>
          <a:blipFill dpi="0" rotWithShape="1">
            <a:blip r:embed="rId2">
              <a:alphaModFix amt="85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D7E3ECEC-7E7B-4FB9-BAE8-5C10F12795EA}" type="datetimeFigureOut">
              <a:rPr lang="en-US" smtClean="0"/>
              <a:t>9/7/2026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39971339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68096" y="822960"/>
            <a:ext cx="10706100" cy="68391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74654" y="1506872"/>
            <a:ext cx="10693446" cy="4665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9/7/2026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945396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23860" y="1376413"/>
            <a:ext cx="3834793" cy="2697480"/>
          </a:xfrm>
        </p:spPr>
        <p:txBody>
          <a:bodyPr vert="horz" lIns="91440" tIns="45720" rIns="91440" bIns="45720" rtlCol="0" anchor="b">
            <a:normAutofit/>
          </a:bodyPr>
          <a:lstStyle>
            <a:lvl1pPr>
              <a:defRPr lang="en-US" sz="3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23860" y="4073893"/>
            <a:ext cx="3599210" cy="1162250"/>
          </a:xfrm>
        </p:spPr>
        <p:txBody>
          <a:bodyPr vert="horz" lIns="91440" tIns="45720" rIns="91440" bIns="45720" rtlCol="0" anchor="ctr">
            <a:normAutofit/>
          </a:bodyPr>
          <a:lstStyle>
            <a:lvl1pPr marL="0" indent="0">
              <a:lnSpc>
                <a:spcPct val="100000"/>
              </a:lnSpc>
              <a:buNone/>
              <a:defRPr lang="en-US" sz="1600" dirty="0"/>
            </a:lvl1pPr>
          </a:lstStyle>
          <a:p>
            <a:pPr lvl="0"/>
            <a:r>
              <a:rPr lang="en-US"/>
              <a:t>Click to edit Master subtitle style</a:t>
            </a:r>
            <a:endParaRPr lang="en-US" dirty="0"/>
          </a:p>
        </p:txBody>
      </p:sp>
      <p:sp>
        <p:nvSpPr>
          <p:cNvPr id="8" name="Picture Placeholder 10">
            <a:extLst>
              <a:ext uri="{FF2B5EF4-FFF2-40B4-BE49-F238E27FC236}">
                <a16:creationId xmlns:a16="http://schemas.microsoft.com/office/drawing/2014/main" id="{51CC2D7F-4DE5-3D21-470F-8B959A5C44D8}"/>
              </a:ext>
            </a:extLst>
          </p:cNvPr>
          <p:cNvSpPr>
            <a:spLocks noGrp="1"/>
          </p:cNvSpPr>
          <p:nvPr>
            <p:ph type="pic" sz="quarter" idx="13" hasCustomPrompt="1"/>
          </p:nvPr>
        </p:nvSpPr>
        <p:spPr>
          <a:xfrm>
            <a:off x="0" y="0"/>
            <a:ext cx="7274402" cy="6096000"/>
          </a:xfrm>
          <a:custGeom>
            <a:avLst/>
            <a:gdLst>
              <a:gd name="connsiteX0" fmla="*/ 0 w 7274402"/>
              <a:gd name="connsiteY0" fmla="*/ 0 h 6096000"/>
              <a:gd name="connsiteX1" fmla="*/ 7274402 w 7274402"/>
              <a:gd name="connsiteY1" fmla="*/ 0 h 6096000"/>
              <a:gd name="connsiteX2" fmla="*/ 7274402 w 7274402"/>
              <a:gd name="connsiteY2" fmla="*/ 5598011 h 6096000"/>
              <a:gd name="connsiteX3" fmla="*/ 6779450 w 7274402"/>
              <a:gd name="connsiteY3" fmla="*/ 6096000 h 6096000"/>
              <a:gd name="connsiteX4" fmla="*/ 0 w 7274402"/>
              <a:gd name="connsiteY4" fmla="*/ 6096000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4402" h="6096000">
                <a:moveTo>
                  <a:pt x="0" y="0"/>
                </a:moveTo>
                <a:lnTo>
                  <a:pt x="7274402" y="0"/>
                </a:lnTo>
                <a:lnTo>
                  <a:pt x="7274402" y="5598011"/>
                </a:lnTo>
                <a:cubicBezTo>
                  <a:pt x="7274402" y="5873043"/>
                  <a:pt x="7052804" y="6096000"/>
                  <a:pt x="6779450" y="6096000"/>
                </a:cubicBezTo>
                <a:lnTo>
                  <a:pt x="0" y="6096000"/>
                </a:ln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D7E3ECEC-7E7B-4FB9-BAE8-5C10F12795EA}" type="datetimeFigureOut">
              <a:rPr lang="en-US" smtClean="0"/>
              <a:t>9/7/2026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98655664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6093" y="190500"/>
            <a:ext cx="3923894" cy="2673696"/>
          </a:xfrm>
        </p:spPr>
        <p:txBody>
          <a:bodyPr vert="horz" lIns="91440" tIns="45720" rIns="91440" bIns="45720" rtlCol="0" anchor="t">
            <a:normAutofit/>
          </a:bodyPr>
          <a:lstStyle>
            <a:lvl1pPr>
              <a:lnSpc>
                <a:spcPct val="95000"/>
              </a:lnSpc>
              <a:defRPr lang="en-US" sz="3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2000" y="4873751"/>
            <a:ext cx="3277380" cy="1228945"/>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8" name="Picture Placeholder 7">
            <a:extLst>
              <a:ext uri="{FF2B5EF4-FFF2-40B4-BE49-F238E27FC236}">
                <a16:creationId xmlns:a16="http://schemas.microsoft.com/office/drawing/2014/main" id="{1E33A8AF-9A38-4027-A746-F135FF75F2EF}"/>
              </a:ext>
            </a:extLst>
          </p:cNvPr>
          <p:cNvSpPr>
            <a:spLocks noGrp="1"/>
          </p:cNvSpPr>
          <p:nvPr>
            <p:ph type="pic" sz="quarter" idx="13" hasCustomPrompt="1"/>
          </p:nvPr>
        </p:nvSpPr>
        <p:spPr>
          <a:xfrm>
            <a:off x="4743585" y="0"/>
            <a:ext cx="7448415" cy="6093762"/>
          </a:xfrm>
          <a:custGeom>
            <a:avLst/>
            <a:gdLst>
              <a:gd name="connsiteX0" fmla="*/ 0 w 7448415"/>
              <a:gd name="connsiteY0" fmla="*/ 0 h 6093762"/>
              <a:gd name="connsiteX1" fmla="*/ 7448415 w 7448415"/>
              <a:gd name="connsiteY1" fmla="*/ 0 h 6093762"/>
              <a:gd name="connsiteX2" fmla="*/ 7448415 w 7448415"/>
              <a:gd name="connsiteY2" fmla="*/ 6093762 h 6093762"/>
              <a:gd name="connsiteX3" fmla="*/ 501521 w 7448415"/>
              <a:gd name="connsiteY3" fmla="*/ 6093762 h 6093762"/>
              <a:gd name="connsiteX4" fmla="*/ 0 w 7448415"/>
              <a:gd name="connsiteY4" fmla="*/ 5592240 h 6093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48415" h="6093762">
                <a:moveTo>
                  <a:pt x="0" y="0"/>
                </a:moveTo>
                <a:lnTo>
                  <a:pt x="7448415" y="0"/>
                </a:lnTo>
                <a:lnTo>
                  <a:pt x="7448415" y="6093762"/>
                </a:lnTo>
                <a:lnTo>
                  <a:pt x="501521" y="6093762"/>
                </a:lnTo>
                <a:cubicBezTo>
                  <a:pt x="224538" y="6093762"/>
                  <a:pt x="0" y="5869223"/>
                  <a:pt x="0" y="5592240"/>
                </a:cubicBez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62000" y="6329172"/>
            <a:ext cx="2816835" cy="338328"/>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D7E3ECEC-7E7B-4FB9-BAE8-5C10F12795EA}" type="datetimeFigureOut">
              <a:rPr lang="en-US" smtClean="0"/>
              <a:t>9/7/2026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5136934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02936"/>
            <a:ext cx="10858500" cy="850392"/>
          </a:xfrm>
        </p:spPr>
        <p:txBody>
          <a:bodyPr vert="horz" lIns="91440" tIns="45720" rIns="91440" bIns="45720" rtlCol="0" anchor="b">
            <a:normAutofit/>
          </a:bodyPr>
          <a:lstStyle>
            <a:lvl1pPr>
              <a:lnSpc>
                <a:spcPct val="90000"/>
              </a:lnSpc>
              <a:defRPr lang="en-US" sz="3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80176"/>
            <a:ext cx="10858500" cy="419100"/>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9" name="Picture Placeholder 7">
            <a:extLst>
              <a:ext uri="{FF2B5EF4-FFF2-40B4-BE49-F238E27FC236}">
                <a16:creationId xmlns:a16="http://schemas.microsoft.com/office/drawing/2014/main" id="{5E742D34-DBD4-0DEA-071F-32C82E7EB45A}"/>
              </a:ext>
            </a:extLst>
          </p:cNvPr>
          <p:cNvSpPr>
            <a:spLocks noGrp="1"/>
          </p:cNvSpPr>
          <p:nvPr>
            <p:ph type="pic" sz="quarter" idx="13" hasCustomPrompt="1"/>
          </p:nvPr>
        </p:nvSpPr>
        <p:spPr>
          <a:xfrm>
            <a:off x="0" y="0"/>
            <a:ext cx="11468100" cy="5018448"/>
          </a:xfrm>
          <a:custGeom>
            <a:avLst/>
            <a:gdLst>
              <a:gd name="connsiteX0" fmla="*/ 0 w 11468100"/>
              <a:gd name="connsiteY0" fmla="*/ 0 h 5091600"/>
              <a:gd name="connsiteX1" fmla="*/ 11468100 w 11468100"/>
              <a:gd name="connsiteY1" fmla="*/ 0 h 5091600"/>
              <a:gd name="connsiteX2" fmla="*/ 11468100 w 11468100"/>
              <a:gd name="connsiteY2" fmla="*/ 4590078 h 5091600"/>
              <a:gd name="connsiteX3" fmla="*/ 10966578 w 11468100"/>
              <a:gd name="connsiteY3" fmla="*/ 5091600 h 5091600"/>
              <a:gd name="connsiteX4" fmla="*/ 0 w 11468100"/>
              <a:gd name="connsiteY4" fmla="*/ 5091600 h 5091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5091600">
                <a:moveTo>
                  <a:pt x="0" y="0"/>
                </a:moveTo>
                <a:lnTo>
                  <a:pt x="11468100" y="0"/>
                </a:lnTo>
                <a:lnTo>
                  <a:pt x="11468100" y="4590078"/>
                </a:lnTo>
                <a:cubicBezTo>
                  <a:pt x="11468100" y="4867061"/>
                  <a:pt x="11243561" y="5091600"/>
                  <a:pt x="10966578" y="5091600"/>
                </a:cubicBezTo>
                <a:lnTo>
                  <a:pt x="0" y="5091600"/>
                </a:ln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 y="6629400"/>
            <a:ext cx="2805405" cy="228600"/>
          </a:xfrm>
        </p:spPr>
        <p:txBody>
          <a:bodyPr/>
          <a:lstStyle>
            <a:lvl1pPr>
              <a:defRPr>
                <a:solidFill>
                  <a:schemeClr val="tx2"/>
                </a:solidFill>
                <a:effectLst/>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611240" y="6629400"/>
            <a:ext cx="2376928" cy="228600"/>
          </a:xfrm>
        </p:spPr>
        <p:txBody>
          <a:bodyPr/>
          <a:lstStyle>
            <a:lvl1pPr>
              <a:defRPr>
                <a:solidFill>
                  <a:schemeClr val="tx2"/>
                </a:solidFill>
                <a:effectLst/>
              </a:defRPr>
            </a:lvl1pPr>
          </a:lstStyle>
          <a:p>
            <a:fld id="{D7E3ECEC-7E7B-4FB9-BAE8-5C10F12795EA}" type="datetimeFigureOut">
              <a:rPr lang="en-US" smtClean="0"/>
              <a:t>9/7/2026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53193" y="6629400"/>
            <a:ext cx="429207" cy="228600"/>
          </a:xfrm>
        </p:spPr>
        <p:txBody>
          <a:bodyPr/>
          <a:lstStyle>
            <a:lvl1pPr>
              <a:defRPr>
                <a:solidFill>
                  <a:schemeClr val="tx2"/>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36236645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2345" y="250257"/>
            <a:ext cx="9692640" cy="4602845"/>
          </a:xfrm>
        </p:spPr>
        <p:txBody>
          <a:bodyPr vert="horz" lIns="91440" tIns="45720" rIns="91440" bIns="45720" rtlCol="0" anchor="t">
            <a:normAutofit/>
          </a:bodyPr>
          <a:lstStyle>
            <a:lvl1pPr>
              <a:lnSpc>
                <a:spcPct val="90000"/>
              </a:lnSpc>
              <a:defRPr lang="en-US" sz="8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1999" y="5053094"/>
            <a:ext cx="5253789" cy="847192"/>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9/7/2026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85874937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560321" y="1904300"/>
            <a:ext cx="7084194" cy="2353755"/>
          </a:xfrm>
        </p:spPr>
        <p:txBody>
          <a:bodyPr anchor="ctr">
            <a:normAutofit/>
          </a:bodyPr>
          <a:lstStyle>
            <a:lvl1pPr algn="ctr">
              <a:lnSpc>
                <a:spcPct val="80000"/>
              </a:lnSpc>
              <a:defRPr sz="60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262965" y="4597167"/>
            <a:ext cx="5678905" cy="1082180"/>
          </a:xfrm>
        </p:spPr>
        <p:txBody>
          <a:bodyPr anchor="t">
            <a:normAutofit/>
          </a:bodyPr>
          <a:lstStyle>
            <a:lvl1pPr marL="0" indent="0" algn="ctr">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9/7/2026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47417243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 y="131670"/>
            <a:ext cx="12120283" cy="5093208"/>
          </a:xfrm>
        </p:spPr>
        <p:txBody>
          <a:bodyPr vert="horz" lIns="91440" tIns="45720" rIns="91440" bIns="45720" rtlCol="0" anchor="t">
            <a:normAutofit/>
          </a:bodyPr>
          <a:lstStyle>
            <a:lvl1pPr>
              <a:lnSpc>
                <a:spcPct val="85000"/>
              </a:lnSpc>
              <a:defRPr lang="en-US" sz="12500" spc="-50" baseline="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2000" y="5356548"/>
            <a:ext cx="6414887" cy="748417"/>
          </a:xfrm>
        </p:spPr>
        <p:txBody>
          <a:bodyPr vert="horz" lIns="91440" tIns="45720" rIns="91440" bIns="45720" rtlCol="0" anchor="ctr">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9/7/2026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5566482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27A12A6-507C-2714-2F24-09ADE11584C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213702" y="1940943"/>
            <a:ext cx="8771340" cy="4917058"/>
          </a:xfrm>
        </p:spPr>
        <p:txBody>
          <a:bodyPr anchor="b">
            <a:normAutofit/>
          </a:bodyPr>
          <a:lstStyle>
            <a:lvl1pPr>
              <a:lnSpc>
                <a:spcPct val="90000"/>
              </a:lnSpc>
              <a:defRPr sz="7000">
                <a:solidFill>
                  <a:schemeClr val="accent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762000" y="64008"/>
            <a:ext cx="2816835" cy="338328"/>
          </a:xfrm>
        </p:spPr>
        <p:txBody>
          <a:bodyPr/>
          <a:lstStyle>
            <a:lvl1pPr>
              <a:defRPr>
                <a:solidFill>
                  <a:schemeClr val="accent1"/>
                </a:solidFill>
              </a:defRPr>
            </a:lvl1pPr>
          </a:lstStyle>
          <a:p>
            <a:endParaRPr lang="en-US"/>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9290304" y="64008"/>
            <a:ext cx="1612674" cy="338328"/>
          </a:xfrm>
        </p:spPr>
        <p:txBody>
          <a:bodyPr/>
          <a:lstStyle>
            <a:lvl1pPr>
              <a:defRPr>
                <a:solidFill>
                  <a:schemeClr val="accent1"/>
                </a:solidFill>
              </a:defRPr>
            </a:lvl1pPr>
          </a:lstStyle>
          <a:p>
            <a:fld id="{D7E3ECEC-7E7B-4FB9-BAE8-5C10F12795EA}" type="datetimeFigureOut">
              <a:rPr lang="en-US" smtClean="0"/>
              <a:t>9/7/2026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055096" y="64008"/>
            <a:ext cx="457200" cy="338328"/>
          </a:xfrm>
        </p:spPr>
        <p:txBody>
          <a:bodyPr/>
          <a:lstStyle>
            <a:lvl1pPr>
              <a:defRPr>
                <a:solidFill>
                  <a:schemeClr val="accent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178311679"/>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2D3B99D-E6B2-4EE8-0A54-0FAA367757A0}"/>
              </a:ext>
              <a:ext uri="{C183D7F6-B498-43B3-948B-1728B52AA6E4}">
                <adec:decorative xmlns:adec="http://schemas.microsoft.com/office/drawing/2017/decorative" val="1"/>
              </a:ext>
            </a:extLst>
          </p:cNvPr>
          <p:cNvSpPr/>
          <p:nvPr/>
        </p:nvSpPr>
        <p:spPr>
          <a:xfrm>
            <a:off x="3735581" y="2721090"/>
            <a:ext cx="8456418" cy="4136911"/>
          </a:xfrm>
          <a:custGeom>
            <a:avLst/>
            <a:gdLst>
              <a:gd name="connsiteX0" fmla="*/ 501522 w 8456418"/>
              <a:gd name="connsiteY0" fmla="*/ 0 h 4136911"/>
              <a:gd name="connsiteX1" fmla="*/ 7315160 w 8456418"/>
              <a:gd name="connsiteY1" fmla="*/ 0 h 4136911"/>
              <a:gd name="connsiteX2" fmla="*/ 7389577 w 8456418"/>
              <a:gd name="connsiteY2" fmla="*/ 0 h 4136911"/>
              <a:gd name="connsiteX3" fmla="*/ 8456418 w 8456418"/>
              <a:gd name="connsiteY3" fmla="*/ 0 h 4136911"/>
              <a:gd name="connsiteX4" fmla="*/ 8456418 w 8456418"/>
              <a:gd name="connsiteY4" fmla="*/ 4136910 h 4136911"/>
              <a:gd name="connsiteX5" fmla="*/ 7389577 w 8456418"/>
              <a:gd name="connsiteY5" fmla="*/ 4136910 h 4136911"/>
              <a:gd name="connsiteX6" fmla="*/ 7389577 w 8456418"/>
              <a:gd name="connsiteY6" fmla="*/ 4136911 h 4136911"/>
              <a:gd name="connsiteX7" fmla="*/ 0 w 8456418"/>
              <a:gd name="connsiteY7" fmla="*/ 4136911 h 4136911"/>
              <a:gd name="connsiteX8" fmla="*/ 0 w 8456418"/>
              <a:gd name="connsiteY8" fmla="*/ 501522 h 4136911"/>
              <a:gd name="connsiteX9" fmla="*/ 501522 w 8456418"/>
              <a:gd name="connsiteY9" fmla="*/ 0 h 4136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456418" h="4136911">
                <a:moveTo>
                  <a:pt x="501522" y="0"/>
                </a:moveTo>
                <a:lnTo>
                  <a:pt x="7315160" y="0"/>
                </a:lnTo>
                <a:lnTo>
                  <a:pt x="7389577" y="0"/>
                </a:lnTo>
                <a:lnTo>
                  <a:pt x="8456418" y="0"/>
                </a:lnTo>
                <a:lnTo>
                  <a:pt x="8456418" y="4136910"/>
                </a:lnTo>
                <a:lnTo>
                  <a:pt x="7389577" y="4136910"/>
                </a:lnTo>
                <a:lnTo>
                  <a:pt x="7389577" y="4136911"/>
                </a:lnTo>
                <a:lnTo>
                  <a:pt x="0" y="4136911"/>
                </a:lnTo>
                <a:lnTo>
                  <a:pt x="0" y="501522"/>
                </a:lnTo>
                <a:cubicBezTo>
                  <a:pt x="0" y="224539"/>
                  <a:pt x="224538" y="0"/>
                  <a:pt x="501522"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38499" y="134751"/>
            <a:ext cx="11429601" cy="2213814"/>
          </a:xfrm>
        </p:spPr>
        <p:txBody>
          <a:bodyPr anchor="t">
            <a:normAutofit/>
          </a:bodyPr>
          <a:lstStyle>
            <a:lvl1pPr>
              <a:lnSpc>
                <a:spcPct val="80000"/>
              </a:lnSpc>
              <a:defRPr sz="9000">
                <a:solidFill>
                  <a:schemeClr val="accent1"/>
                </a:solidFill>
              </a:defRPr>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267200" y="3124200"/>
            <a:ext cx="7200900" cy="2971800"/>
          </a:xfrm>
        </p:spPr>
        <p:txBody>
          <a:bodyPr vert="horz" lIns="91440" tIns="45720" rIns="91440" bIns="45720" rtlCol="0">
            <a:normAutofit/>
          </a:bodyPr>
          <a:lstStyle>
            <a:lvl1pPr marL="342900" indent="-342900">
              <a:buFont typeface="+mj-lt"/>
              <a:buAutoNum type="arabicPeriod"/>
              <a:defRPr lang="en-US" sz="1600" dirty="0"/>
            </a:lvl1pPr>
            <a:lvl2pPr marL="571500" indent="-342900">
              <a:buFont typeface="+mj-lt"/>
              <a:buAutoNum type="arabicPeriod"/>
              <a:defRPr lang="en-US" dirty="0"/>
            </a:lvl2pPr>
            <a:lvl3pPr marL="800100" indent="-342900">
              <a:buFont typeface="+mj-lt"/>
              <a:buAutoNum type="arabicPeriod"/>
              <a:defRPr lang="en-US" dirty="0"/>
            </a:lvl3pPr>
            <a:lvl4pPr marL="1028700" indent="-342900">
              <a:buFont typeface="+mj-lt"/>
              <a:buAutoNum type="arabicPeriod"/>
              <a:defRPr lang="en-US" dirty="0"/>
            </a:lvl4pPr>
            <a:lvl5pPr marL="1257300" indent="-342900">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D7E3ECEC-7E7B-4FB9-BAE8-5C10F12795EA}" type="datetimeFigureOut">
              <a:rPr lang="en-US" smtClean="0"/>
              <a:t>9/7/2026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752925469"/>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hasCustomPrompt="1"/>
          </p:nvPr>
        </p:nvSpPr>
        <p:spPr>
          <a:xfrm>
            <a:off x="141316" y="154198"/>
            <a:ext cx="11326784" cy="1770855"/>
          </a:xfrm>
        </p:spPr>
        <p:txBody>
          <a:bodyPr anchor="t">
            <a:noAutofit/>
          </a:bodyPr>
          <a:lstStyle>
            <a:lvl1pPr>
              <a:lnSpc>
                <a:spcPct val="80000"/>
              </a:lnSpc>
              <a:defRPr sz="8800">
                <a:solidFill>
                  <a:schemeClr val="accent1"/>
                </a:solidFill>
              </a:defRPr>
            </a:lvl1pPr>
          </a:lstStyle>
          <a:p>
            <a:r>
              <a:rPr lang="en-US" dirty="0"/>
              <a:t>Agenda</a:t>
            </a:r>
          </a:p>
        </p:txBody>
      </p:sp>
      <p:sp>
        <p:nvSpPr>
          <p:cNvPr id="16" name="Picture Placeholder 15">
            <a:extLst>
              <a:ext uri="{FF2B5EF4-FFF2-40B4-BE49-F238E27FC236}">
                <a16:creationId xmlns:a16="http://schemas.microsoft.com/office/drawing/2014/main" id="{DFF180EE-9609-8056-7D1A-0AB8C9676916}"/>
              </a:ext>
            </a:extLst>
          </p:cNvPr>
          <p:cNvSpPr>
            <a:spLocks noGrp="1"/>
          </p:cNvSpPr>
          <p:nvPr>
            <p:ph type="pic" sz="quarter" idx="15" hasCustomPrompt="1"/>
          </p:nvPr>
        </p:nvSpPr>
        <p:spPr>
          <a:xfrm>
            <a:off x="0" y="2266752"/>
            <a:ext cx="6871018" cy="4591248"/>
          </a:xfrm>
          <a:custGeom>
            <a:avLst/>
            <a:gdLst>
              <a:gd name="connsiteX0" fmla="*/ 0 w 6871018"/>
              <a:gd name="connsiteY0" fmla="*/ 0 h 4591248"/>
              <a:gd name="connsiteX1" fmla="*/ 6369496 w 6871018"/>
              <a:gd name="connsiteY1" fmla="*/ 0 h 4591248"/>
              <a:gd name="connsiteX2" fmla="*/ 6871018 w 6871018"/>
              <a:gd name="connsiteY2" fmla="*/ 501522 h 4591248"/>
              <a:gd name="connsiteX3" fmla="*/ 6871018 w 6871018"/>
              <a:gd name="connsiteY3" fmla="*/ 4591248 h 4591248"/>
              <a:gd name="connsiteX4" fmla="*/ 0 w 6871018"/>
              <a:gd name="connsiteY4" fmla="*/ 4591248 h 459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1018" h="4591248">
                <a:moveTo>
                  <a:pt x="0" y="0"/>
                </a:moveTo>
                <a:lnTo>
                  <a:pt x="6369496" y="0"/>
                </a:lnTo>
                <a:cubicBezTo>
                  <a:pt x="6646479" y="0"/>
                  <a:pt x="6871018" y="224539"/>
                  <a:pt x="6871018" y="501522"/>
                </a:cubicBezTo>
                <a:lnTo>
                  <a:pt x="6871018" y="4591248"/>
                </a:lnTo>
                <a:lnTo>
                  <a:pt x="0" y="4591248"/>
                </a:lnTo>
                <a:close/>
              </a:path>
            </a:pathLst>
          </a:custGeom>
          <a:blipFill>
            <a:blip r:embed="rId2">
              <a:alphaModFix amt="75000"/>
            </a:blip>
            <a:stretch>
              <a:fillRect/>
            </a:stretch>
          </a:blipFill>
        </p:spPr>
        <p:txBody>
          <a:bodyPr wrap="square">
            <a:noAutofit/>
          </a:bodyPr>
          <a:lstStyle>
            <a:lvl1pPr marL="0" indent="0">
              <a:buNone/>
              <a:defRPr/>
            </a:lvl1pPr>
          </a:lstStyle>
          <a:p>
            <a:r>
              <a:rPr lang="en-US" dirty="0"/>
              <a:t>  </a:t>
            </a:r>
          </a:p>
        </p:txBody>
      </p:sp>
      <p:sp>
        <p:nvSpPr>
          <p:cNvPr id="10" name="Freeform: Shape 9">
            <a:extLst>
              <a:ext uri="{FF2B5EF4-FFF2-40B4-BE49-F238E27FC236}">
                <a16:creationId xmlns:a16="http://schemas.microsoft.com/office/drawing/2014/main" id="{0ED03D8A-5554-BC86-D031-989A4FC017F9}"/>
              </a:ext>
              <a:ext uri="{C183D7F6-B498-43B3-948B-1728B52AA6E4}">
                <adec:decorative xmlns:adec="http://schemas.microsoft.com/office/drawing/2017/decorative" val="1"/>
              </a:ext>
            </a:extLst>
          </p:cNvPr>
          <p:cNvSpPr/>
          <p:nvPr/>
        </p:nvSpPr>
        <p:spPr>
          <a:xfrm>
            <a:off x="7084170" y="2266752"/>
            <a:ext cx="5107831" cy="4591248"/>
          </a:xfrm>
          <a:custGeom>
            <a:avLst/>
            <a:gdLst>
              <a:gd name="connsiteX0" fmla="*/ 501521 w 5107831"/>
              <a:gd name="connsiteY0" fmla="*/ 0 h 4591248"/>
              <a:gd name="connsiteX1" fmla="*/ 5107831 w 5107831"/>
              <a:gd name="connsiteY1" fmla="*/ 0 h 4591248"/>
              <a:gd name="connsiteX2" fmla="*/ 5107831 w 5107831"/>
              <a:gd name="connsiteY2" fmla="*/ 4591248 h 4591248"/>
              <a:gd name="connsiteX3" fmla="*/ 0 w 5107831"/>
              <a:gd name="connsiteY3" fmla="*/ 4591248 h 4591248"/>
              <a:gd name="connsiteX4" fmla="*/ 0 w 5107831"/>
              <a:gd name="connsiteY4" fmla="*/ 501522 h 4591248"/>
              <a:gd name="connsiteX5" fmla="*/ 501521 w 5107831"/>
              <a:gd name="connsiteY5" fmla="*/ 0 h 4591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07831" h="4591248">
                <a:moveTo>
                  <a:pt x="501521" y="0"/>
                </a:moveTo>
                <a:lnTo>
                  <a:pt x="5107831" y="0"/>
                </a:lnTo>
                <a:lnTo>
                  <a:pt x="5107831" y="4591248"/>
                </a:lnTo>
                <a:lnTo>
                  <a:pt x="0" y="4591248"/>
                </a:lnTo>
                <a:lnTo>
                  <a:pt x="0" y="501522"/>
                </a:lnTo>
                <a:cubicBezTo>
                  <a:pt x="0" y="224539"/>
                  <a:pt x="224538" y="0"/>
                  <a:pt x="501521"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597833" y="2762450"/>
            <a:ext cx="3870267" cy="3333549"/>
          </a:xfrm>
        </p:spPr>
        <p:txBody>
          <a:bodyPr vert="horz" lIns="91440" tIns="45720" rIns="91440" bIns="45720" rtlCol="0">
            <a:normAutofit/>
          </a:bodyPr>
          <a:lstStyle>
            <a:lvl1pPr marL="342900" indent="-342900">
              <a:buFont typeface="+mj-lt"/>
              <a:buAutoNum type="arabicPeriod"/>
              <a:defRPr lang="en-US" sz="1600" dirty="0"/>
            </a:lvl1pPr>
            <a:lvl2pPr marL="571500" indent="-342900">
              <a:buFont typeface="+mj-lt"/>
              <a:buAutoNum type="arabicPeriod"/>
              <a:defRPr lang="en-US" dirty="0"/>
            </a:lvl2pPr>
            <a:lvl3pPr marL="800100" indent="-342900">
              <a:buFont typeface="+mj-lt"/>
              <a:buAutoNum type="arabicPeriod"/>
              <a:defRPr lang="en-US" dirty="0"/>
            </a:lvl3pPr>
            <a:lvl4pPr marL="1028700" indent="-342900">
              <a:buFont typeface="+mj-lt"/>
              <a:buAutoNum type="arabicPeriod"/>
              <a:defRPr lang="en-US" dirty="0"/>
            </a:lvl4pPr>
            <a:lvl5pPr marL="1257300" indent="-342900">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597833" y="6329172"/>
            <a:ext cx="2020539"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498169" y="6329172"/>
            <a:ext cx="1405916" cy="338328"/>
          </a:xfrm>
        </p:spPr>
        <p:txBody>
          <a:bodyPr/>
          <a:lstStyle>
            <a:lvl1pPr>
              <a:defRPr>
                <a:solidFill>
                  <a:schemeClr val="tx1"/>
                </a:solidFill>
                <a:effectLst/>
              </a:defRPr>
            </a:lvl1pPr>
          </a:lstStyle>
          <a:p>
            <a:fld id="{D7E3ECEC-7E7B-4FB9-BAE8-5C10F12795EA}" type="datetimeFigureOut">
              <a:rPr lang="en-US" smtClean="0"/>
              <a:t>9/7/2026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93918159"/>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hasCustomPrompt="1"/>
          </p:nvPr>
        </p:nvSpPr>
        <p:spPr>
          <a:xfrm>
            <a:off x="208428" y="5434066"/>
            <a:ext cx="11259672" cy="1340631"/>
          </a:xfrm>
        </p:spPr>
        <p:txBody>
          <a:bodyPr anchor="ctr">
            <a:noAutofit/>
          </a:bodyPr>
          <a:lstStyle>
            <a:lvl1pPr>
              <a:lnSpc>
                <a:spcPct val="80000"/>
              </a:lnSpc>
              <a:defRPr sz="9200">
                <a:solidFill>
                  <a:schemeClr val="accent1"/>
                </a:solidFill>
              </a:defRPr>
            </a:lvl1pPr>
          </a:lstStyle>
          <a:p>
            <a:r>
              <a:rPr lang="en-US" dirty="0"/>
              <a:t>Agenda</a:t>
            </a:r>
          </a:p>
        </p:txBody>
      </p:sp>
      <p:sp>
        <p:nvSpPr>
          <p:cNvPr id="4" name="Picture Placeholder 3">
            <a:extLst>
              <a:ext uri="{FF2B5EF4-FFF2-40B4-BE49-F238E27FC236}">
                <a16:creationId xmlns:a16="http://schemas.microsoft.com/office/drawing/2014/main" id="{9A527762-C88B-23BA-9A3F-621F88C685CC}"/>
              </a:ext>
            </a:extLst>
          </p:cNvPr>
          <p:cNvSpPr>
            <a:spLocks noGrp="1"/>
          </p:cNvSpPr>
          <p:nvPr>
            <p:ph type="pic" sz="quarter" idx="15" hasCustomPrompt="1"/>
          </p:nvPr>
        </p:nvSpPr>
        <p:spPr>
          <a:xfrm>
            <a:off x="0" y="1"/>
            <a:ext cx="7075656" cy="5017475"/>
          </a:xfrm>
          <a:custGeom>
            <a:avLst/>
            <a:gdLst>
              <a:gd name="connsiteX0" fmla="*/ 0 w 7075656"/>
              <a:gd name="connsiteY0" fmla="*/ 0 h 5017475"/>
              <a:gd name="connsiteX1" fmla="*/ 7075656 w 7075656"/>
              <a:gd name="connsiteY1" fmla="*/ 0 h 5017475"/>
              <a:gd name="connsiteX2" fmla="*/ 7075656 w 7075656"/>
              <a:gd name="connsiteY2" fmla="*/ 4515953 h 5017475"/>
              <a:gd name="connsiteX3" fmla="*/ 6574134 w 7075656"/>
              <a:gd name="connsiteY3" fmla="*/ 5017475 h 5017475"/>
              <a:gd name="connsiteX4" fmla="*/ 0 w 7075656"/>
              <a:gd name="connsiteY4" fmla="*/ 5017475 h 5017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75656" h="5017475">
                <a:moveTo>
                  <a:pt x="0" y="0"/>
                </a:moveTo>
                <a:lnTo>
                  <a:pt x="7075656" y="0"/>
                </a:lnTo>
                <a:lnTo>
                  <a:pt x="7075656" y="4515953"/>
                </a:lnTo>
                <a:cubicBezTo>
                  <a:pt x="7075656" y="4792936"/>
                  <a:pt x="6851117" y="5017475"/>
                  <a:pt x="6574134" y="5017475"/>
                </a:cubicBezTo>
                <a:lnTo>
                  <a:pt x="0" y="5017475"/>
                </a:lnTo>
                <a:close/>
              </a:path>
            </a:pathLst>
          </a:custGeom>
          <a:blipFill>
            <a:blip r:embed="rId2">
              <a:alphaModFix amt="75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701094" y="791110"/>
            <a:ext cx="3767006" cy="4226366"/>
          </a:xfrm>
        </p:spPr>
        <p:txBody>
          <a:bodyPr vert="horz" lIns="91440" tIns="45720" rIns="91440" bIns="45720" rtlCol="0">
            <a:normAutofit/>
          </a:bodyPr>
          <a:lstStyle>
            <a:lvl1pPr marL="342900" indent="-342900">
              <a:buFont typeface="+mj-lt"/>
              <a:buAutoNum type="arabicPeriod"/>
              <a:defRPr lang="en-US" sz="1600" dirty="0"/>
            </a:lvl1pPr>
            <a:lvl2pPr marL="571500" indent="-342900">
              <a:buFont typeface="+mj-lt"/>
              <a:buAutoNum type="arabicPeriod"/>
              <a:defRPr lang="en-US" dirty="0"/>
            </a:lvl2pPr>
            <a:lvl3pPr marL="800100" indent="-342900">
              <a:buFont typeface="+mj-lt"/>
              <a:buAutoNum type="arabicPeriod"/>
              <a:defRPr lang="en-US" dirty="0"/>
            </a:lvl3pPr>
            <a:lvl4pPr marL="1028700" indent="-342900">
              <a:buFont typeface="+mj-lt"/>
              <a:buAutoNum type="arabicPeriod"/>
              <a:defRPr lang="en-US" dirty="0"/>
            </a:lvl4pPr>
            <a:lvl5pPr marL="1257300" indent="-342900">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701094" y="190984"/>
            <a:ext cx="2713574"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829799" y="190984"/>
            <a:ext cx="1074285" cy="338328"/>
          </a:xfrm>
        </p:spPr>
        <p:txBody>
          <a:bodyPr/>
          <a:lstStyle>
            <a:lvl1pPr>
              <a:defRPr>
                <a:solidFill>
                  <a:schemeClr val="tx1"/>
                </a:solidFill>
                <a:effectLst/>
              </a:defRPr>
            </a:lvl1pPr>
          </a:lstStyle>
          <a:p>
            <a:fld id="{D7E3ECEC-7E7B-4FB9-BAE8-5C10F12795EA}" type="datetimeFigureOut">
              <a:rPr lang="en-US" smtClean="0"/>
              <a:t>9/7/2026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50742" y="190984"/>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686127275"/>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289871" y="1717296"/>
            <a:ext cx="5618603" cy="1189805"/>
          </a:xfrm>
        </p:spPr>
        <p:txBody>
          <a:bodyPr anchor="b">
            <a:normAutofit/>
          </a:bodyPr>
          <a:lstStyle>
            <a:lvl1pPr algn="ctr">
              <a:defRPr sz="25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884734" y="3138477"/>
            <a:ext cx="4428877" cy="2116570"/>
          </a:xfrm>
        </p:spPr>
        <p:txBody>
          <a:bodyPr vert="horz" lIns="91440" tIns="45720" rIns="91440" bIns="45720" rtlCol="0">
            <a:normAutofit/>
          </a:bodyPr>
          <a:lstStyle>
            <a:lvl1pPr marL="0" indent="0" algn="ctr">
              <a:buNone/>
              <a:defRPr lang="en-US" sz="1400" dirty="0"/>
            </a:lvl1pPr>
            <a:lvl2pPr marL="228600" indent="0" algn="ctr">
              <a:buNone/>
              <a:defRPr lang="en-US" sz="1200" dirty="0"/>
            </a:lvl2pPr>
            <a:lvl3pPr marL="457200" indent="0" algn="ctr">
              <a:buNone/>
              <a:defRPr lang="en-US" sz="1100" dirty="0"/>
            </a:lvl3pPr>
            <a:lvl4pPr marL="685800" indent="0" algn="ctr">
              <a:buNone/>
              <a:defRPr lang="en-US" sz="1100" dirty="0"/>
            </a:lvl4pPr>
            <a:lvl5pPr marL="914400" indent="0" algn="ctr">
              <a:buNone/>
              <a:defRPr lang="en-US" sz="11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9/7/2026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7412697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939160" y="1993392"/>
            <a:ext cx="3097924" cy="2160355"/>
          </a:xfrm>
        </p:spPr>
        <p:txBody>
          <a:bodyPr anchor="t">
            <a:normAutofit/>
          </a:bodyPr>
          <a:lstStyle>
            <a:lvl1pPr>
              <a:defRPr sz="25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39103" y="1993392"/>
            <a:ext cx="4856097" cy="353872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9/7/2026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6556048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42625" y="1508760"/>
            <a:ext cx="3390442" cy="2857500"/>
          </a:xfrm>
        </p:spPr>
        <p:txBody>
          <a:bodyPr anchor="t">
            <a:normAutofit/>
          </a:bodyPr>
          <a:lstStyle>
            <a:lvl1pPr>
              <a:defRPr sz="25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57596" y="1508760"/>
            <a:ext cx="5233669" cy="4131876"/>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9/7/2026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8795648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19200" y="1097280"/>
            <a:ext cx="3205908" cy="3428174"/>
          </a:xfrm>
        </p:spPr>
        <p:txBody>
          <a:bodyPr anchor="t">
            <a:normAutofit/>
          </a:bodyPr>
          <a:lstStyle>
            <a:lvl1pPr>
              <a:defRPr sz="25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46320" y="1098484"/>
            <a:ext cx="6126480" cy="507371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9/7/2026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029554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68096" y="822960"/>
            <a:ext cx="3367238" cy="2031205"/>
          </a:xfrm>
        </p:spPr>
        <p:txBody>
          <a:bodyPr anchor="t">
            <a:normAutofit/>
          </a:bodyPr>
          <a:lstStyle>
            <a:lvl1pPr>
              <a:defRPr sz="25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94998" y="822960"/>
            <a:ext cx="7087401" cy="5349240"/>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9/7/2026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0091741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60520" y="822960"/>
            <a:ext cx="7305005" cy="972657"/>
          </a:xfrm>
        </p:spPr>
        <p:txBody>
          <a:bodyPr anchor="t"/>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F1613FF0-3917-A83C-848B-3D1932393483}"/>
              </a:ext>
            </a:extLst>
          </p:cNvPr>
          <p:cNvSpPr>
            <a:spLocks noGrp="1"/>
          </p:cNvSpPr>
          <p:nvPr>
            <p:ph type="pic" sz="quarter" idx="15" hasCustomPrompt="1"/>
          </p:nvPr>
        </p:nvSpPr>
        <p:spPr>
          <a:xfrm>
            <a:off x="0" y="0"/>
            <a:ext cx="3493008" cy="6107204"/>
          </a:xfrm>
          <a:custGeom>
            <a:avLst/>
            <a:gdLst>
              <a:gd name="connsiteX0" fmla="*/ 0 w 3493008"/>
              <a:gd name="connsiteY0" fmla="*/ 0 h 6107204"/>
              <a:gd name="connsiteX1" fmla="*/ 3493008 w 3493008"/>
              <a:gd name="connsiteY1" fmla="*/ 0 h 6107204"/>
              <a:gd name="connsiteX2" fmla="*/ 3493008 w 3493008"/>
              <a:gd name="connsiteY2" fmla="*/ 5602161 h 6107204"/>
              <a:gd name="connsiteX3" fmla="*/ 2991486 w 3493008"/>
              <a:gd name="connsiteY3" fmla="*/ 6107204 h 6107204"/>
              <a:gd name="connsiteX4" fmla="*/ 0 w 3493008"/>
              <a:gd name="connsiteY4" fmla="*/ 6107204 h 6107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3008" h="6107204">
                <a:moveTo>
                  <a:pt x="0" y="0"/>
                </a:moveTo>
                <a:lnTo>
                  <a:pt x="3493008" y="0"/>
                </a:lnTo>
                <a:lnTo>
                  <a:pt x="3493008" y="5602161"/>
                </a:lnTo>
                <a:cubicBezTo>
                  <a:pt x="3493008" y="5881089"/>
                  <a:pt x="3268469" y="6107204"/>
                  <a:pt x="2991486" y="6107204"/>
                </a:cubicBezTo>
                <a:lnTo>
                  <a:pt x="0" y="6107204"/>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163095" y="1993392"/>
            <a:ext cx="7305005" cy="41208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7E3ECEC-7E7B-4FB9-BAE8-5C10F12795EA}" type="datetimeFigureOut">
              <a:rPr lang="en-US" smtClean="0"/>
              <a:t>9/7/2026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3282902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7196328" cy="1068324"/>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096" y="1996440"/>
            <a:ext cx="7196328" cy="4099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72090" y="6329172"/>
            <a:ext cx="2816835" cy="338328"/>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974104" y="6329172"/>
            <a:ext cx="2660904" cy="338328"/>
          </a:xfrm>
        </p:spPr>
        <p:txBody>
          <a:bodyPr/>
          <a:lstStyle/>
          <a:p>
            <a:fld id="{D7E3ECEC-7E7B-4FB9-BAE8-5C10F12795EA}" type="datetimeFigureOut">
              <a:rPr lang="en-US" smtClean="0"/>
              <a:t>9/7/2026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809836" y="6329172"/>
            <a:ext cx="457200" cy="338328"/>
          </a:xfrm>
        </p:spPr>
        <p:txBody>
          <a:bodyPr/>
          <a:lstStyle>
            <a:lvl1pPr>
              <a:defRPr>
                <a:solidFill>
                  <a:schemeClr val="tx1"/>
                </a:solidFill>
                <a:effectLst/>
              </a:defRPr>
            </a:lvl1pPr>
          </a:lstStyle>
          <a:p>
            <a:fld id="{235F31FF-4816-4A7C-BAEE-4B5C41A91EB1}" type="slidenum">
              <a:rPr lang="en-US" smtClean="0"/>
              <a:t>‹#›</a:t>
            </a:fld>
            <a:endParaRPr lang="en-US"/>
          </a:p>
        </p:txBody>
      </p:sp>
      <p:sp>
        <p:nvSpPr>
          <p:cNvPr id="11" name="Picture Placeholder 10">
            <a:extLst>
              <a:ext uri="{FF2B5EF4-FFF2-40B4-BE49-F238E27FC236}">
                <a16:creationId xmlns:a16="http://schemas.microsoft.com/office/drawing/2014/main" id="{8BBFAFCD-BCC9-C2BB-355B-1D08B9A7708D}"/>
              </a:ext>
            </a:extLst>
          </p:cNvPr>
          <p:cNvSpPr>
            <a:spLocks noGrp="1"/>
          </p:cNvSpPr>
          <p:nvPr>
            <p:ph type="pic" sz="quarter" idx="15" hasCustomPrompt="1"/>
          </p:nvPr>
        </p:nvSpPr>
        <p:spPr>
          <a:xfrm>
            <a:off x="8698986" y="758460"/>
            <a:ext cx="3493014" cy="6099541"/>
          </a:xfrm>
          <a:custGeom>
            <a:avLst/>
            <a:gdLst>
              <a:gd name="connsiteX0" fmla="*/ 501522 w 3493014"/>
              <a:gd name="connsiteY0" fmla="*/ 0 h 6099541"/>
              <a:gd name="connsiteX1" fmla="*/ 3493014 w 3493014"/>
              <a:gd name="connsiteY1" fmla="*/ 0 h 6099541"/>
              <a:gd name="connsiteX2" fmla="*/ 3493014 w 3493014"/>
              <a:gd name="connsiteY2" fmla="*/ 6099541 h 6099541"/>
              <a:gd name="connsiteX3" fmla="*/ 0 w 3493014"/>
              <a:gd name="connsiteY3" fmla="*/ 6099541 h 6099541"/>
              <a:gd name="connsiteX4" fmla="*/ 0 w 3493014"/>
              <a:gd name="connsiteY4" fmla="*/ 501522 h 6099541"/>
              <a:gd name="connsiteX5" fmla="*/ 501522 w 3493014"/>
              <a:gd name="connsiteY5" fmla="*/ 0 h 609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3014" h="6099541">
                <a:moveTo>
                  <a:pt x="501522" y="0"/>
                </a:moveTo>
                <a:lnTo>
                  <a:pt x="3493014" y="0"/>
                </a:lnTo>
                <a:lnTo>
                  <a:pt x="3493014" y="6099541"/>
                </a:lnTo>
                <a:lnTo>
                  <a:pt x="0" y="6099541"/>
                </a:lnTo>
                <a:lnTo>
                  <a:pt x="0" y="501522"/>
                </a:lnTo>
                <a:cubicBezTo>
                  <a:pt x="0" y="224539"/>
                  <a:pt x="224539" y="0"/>
                  <a:pt x="50152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4860518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478799" y="374904"/>
            <a:ext cx="8029143" cy="914400"/>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640F6D4C-AB58-61E2-820C-26713F7162B4}"/>
              </a:ext>
            </a:extLst>
          </p:cNvPr>
          <p:cNvSpPr>
            <a:spLocks noGrp="1"/>
          </p:cNvSpPr>
          <p:nvPr>
            <p:ph type="pic" sz="quarter" idx="15" hasCustomPrompt="1"/>
          </p:nvPr>
        </p:nvSpPr>
        <p:spPr>
          <a:xfrm>
            <a:off x="1" y="0"/>
            <a:ext cx="2812577" cy="6096000"/>
          </a:xfrm>
          <a:custGeom>
            <a:avLst/>
            <a:gdLst>
              <a:gd name="connsiteX0" fmla="*/ 0 w 2812577"/>
              <a:gd name="connsiteY0" fmla="*/ 0 h 6096000"/>
              <a:gd name="connsiteX1" fmla="*/ 2812577 w 2812577"/>
              <a:gd name="connsiteY1" fmla="*/ 0 h 6096000"/>
              <a:gd name="connsiteX2" fmla="*/ 2812577 w 2812577"/>
              <a:gd name="connsiteY2" fmla="*/ 5594478 h 6096000"/>
              <a:gd name="connsiteX3" fmla="*/ 2311055 w 2812577"/>
              <a:gd name="connsiteY3" fmla="*/ 6096000 h 6096000"/>
              <a:gd name="connsiteX4" fmla="*/ 0 w 2812577"/>
              <a:gd name="connsiteY4" fmla="*/ 6096000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2577" h="6096000">
                <a:moveTo>
                  <a:pt x="0" y="0"/>
                </a:moveTo>
                <a:lnTo>
                  <a:pt x="2812577" y="0"/>
                </a:lnTo>
                <a:lnTo>
                  <a:pt x="2812577" y="5594478"/>
                </a:lnTo>
                <a:cubicBezTo>
                  <a:pt x="2812577" y="5871461"/>
                  <a:pt x="2588038" y="6096000"/>
                  <a:pt x="2311055" y="6096000"/>
                </a:cubicBezTo>
                <a:lnTo>
                  <a:pt x="0" y="6096000"/>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478798" y="1444752"/>
            <a:ext cx="8029144" cy="4727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478799" y="6329172"/>
            <a:ext cx="2699608" cy="338328"/>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291411" y="6329172"/>
            <a:ext cx="1612674" cy="338328"/>
          </a:xfrm>
        </p:spPr>
        <p:txBody>
          <a:bodyPr/>
          <a:lstStyle/>
          <a:p>
            <a:fld id="{D7E3ECEC-7E7B-4FB9-BAE8-5C10F12795EA}" type="datetimeFigureOut">
              <a:rPr lang="en-US" smtClean="0"/>
              <a:t>9/7/2026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1124329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365760"/>
            <a:ext cx="7935953" cy="914400"/>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096" y="1444752"/>
            <a:ext cx="7935953" cy="4727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1">
            <a:extLst>
              <a:ext uri="{FF2B5EF4-FFF2-40B4-BE49-F238E27FC236}">
                <a16:creationId xmlns:a16="http://schemas.microsoft.com/office/drawing/2014/main" id="{365D02ED-881B-AC26-9FB1-E0C7AC5229CD}"/>
              </a:ext>
            </a:extLst>
          </p:cNvPr>
          <p:cNvSpPr>
            <a:spLocks noGrp="1"/>
          </p:cNvSpPr>
          <p:nvPr>
            <p:ph type="pic" sz="quarter" idx="15" hasCustomPrompt="1"/>
          </p:nvPr>
        </p:nvSpPr>
        <p:spPr>
          <a:xfrm>
            <a:off x="9379423" y="0"/>
            <a:ext cx="2812577" cy="6096000"/>
          </a:xfrm>
          <a:custGeom>
            <a:avLst/>
            <a:gdLst>
              <a:gd name="connsiteX0" fmla="*/ 0 w 2812577"/>
              <a:gd name="connsiteY0" fmla="*/ 0 h 6096000"/>
              <a:gd name="connsiteX1" fmla="*/ 2812577 w 2812577"/>
              <a:gd name="connsiteY1" fmla="*/ 0 h 6096000"/>
              <a:gd name="connsiteX2" fmla="*/ 2812577 w 2812577"/>
              <a:gd name="connsiteY2" fmla="*/ 6096000 h 6096000"/>
              <a:gd name="connsiteX3" fmla="*/ 501522 w 2812577"/>
              <a:gd name="connsiteY3" fmla="*/ 6096000 h 6096000"/>
              <a:gd name="connsiteX4" fmla="*/ 0 w 2812577"/>
              <a:gd name="connsiteY4" fmla="*/ 559447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2577" h="6096000">
                <a:moveTo>
                  <a:pt x="0" y="0"/>
                </a:moveTo>
                <a:lnTo>
                  <a:pt x="2812577" y="0"/>
                </a:lnTo>
                <a:lnTo>
                  <a:pt x="2812577" y="6096000"/>
                </a:lnTo>
                <a:lnTo>
                  <a:pt x="501522" y="6096000"/>
                </a:lnTo>
                <a:cubicBezTo>
                  <a:pt x="224539" y="6096000"/>
                  <a:pt x="0" y="5871461"/>
                  <a:pt x="0" y="5594478"/>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68096" y="6329172"/>
            <a:ext cx="2699608" cy="338328"/>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291411" y="6329172"/>
            <a:ext cx="1612674" cy="338328"/>
          </a:xfrm>
        </p:spPr>
        <p:txBody>
          <a:bodyPr/>
          <a:lstStyle/>
          <a:p>
            <a:fld id="{D7E3ECEC-7E7B-4FB9-BAE8-5C10F12795EA}" type="datetimeFigureOut">
              <a:rPr lang="en-US" smtClean="0"/>
              <a:t>9/7/2026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50742" y="6329172"/>
            <a:ext cx="457200" cy="338328"/>
          </a:xfrm>
        </p:spPr>
        <p:txBody>
          <a:bodyPr/>
          <a:lstStyle>
            <a:lvl1pPr>
              <a:defRPr>
                <a:solidFill>
                  <a:schemeClr val="tx1"/>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5239289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1301" y="822960"/>
            <a:ext cx="5986799" cy="1092104"/>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3253D553-C5F3-3129-9E70-5FFBFDC9ECE7}"/>
              </a:ext>
            </a:extLst>
          </p:cNvPr>
          <p:cNvSpPr>
            <a:spLocks noGrp="1"/>
          </p:cNvSpPr>
          <p:nvPr>
            <p:ph type="pic" sz="quarter" idx="15" hasCustomPrompt="1"/>
          </p:nvPr>
        </p:nvSpPr>
        <p:spPr>
          <a:xfrm>
            <a:off x="0" y="0"/>
            <a:ext cx="4785141" cy="6096000"/>
          </a:xfrm>
          <a:custGeom>
            <a:avLst/>
            <a:gdLst>
              <a:gd name="connsiteX0" fmla="*/ 0 w 4785141"/>
              <a:gd name="connsiteY0" fmla="*/ 0 h 6096000"/>
              <a:gd name="connsiteX1" fmla="*/ 4785141 w 4785141"/>
              <a:gd name="connsiteY1" fmla="*/ 0 h 6096000"/>
              <a:gd name="connsiteX2" fmla="*/ 4785141 w 4785141"/>
              <a:gd name="connsiteY2" fmla="*/ 5594478 h 6096000"/>
              <a:gd name="connsiteX3" fmla="*/ 4283619 w 4785141"/>
              <a:gd name="connsiteY3" fmla="*/ 6096000 h 6096000"/>
              <a:gd name="connsiteX4" fmla="*/ 0 w 4785141"/>
              <a:gd name="connsiteY4" fmla="*/ 6096000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5141" h="6096000">
                <a:moveTo>
                  <a:pt x="0" y="0"/>
                </a:moveTo>
                <a:lnTo>
                  <a:pt x="4785141" y="0"/>
                </a:lnTo>
                <a:lnTo>
                  <a:pt x="4785141" y="5594478"/>
                </a:lnTo>
                <a:cubicBezTo>
                  <a:pt x="4785141" y="5871461"/>
                  <a:pt x="4560602" y="6096000"/>
                  <a:pt x="4283619" y="6096000"/>
                </a:cubicBezTo>
                <a:lnTo>
                  <a:pt x="0" y="6096000"/>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481302" y="1996440"/>
            <a:ext cx="5986798" cy="4099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7E3ECEC-7E7B-4FB9-BAE8-5C10F12795EA}" type="datetimeFigureOut">
              <a:rPr lang="en-US" smtClean="0"/>
              <a:t>9/7/2026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1870182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1726" y="822960"/>
            <a:ext cx="6140334" cy="973212"/>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71725" y="1996440"/>
            <a:ext cx="6140335" cy="40992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31088019-00EC-C5EE-FDBA-3FD6E5C52EF8}"/>
              </a:ext>
            </a:extLst>
          </p:cNvPr>
          <p:cNvSpPr>
            <a:spLocks noGrp="1"/>
          </p:cNvSpPr>
          <p:nvPr>
            <p:ph type="pic" sz="quarter" idx="15" hasCustomPrompt="1"/>
          </p:nvPr>
        </p:nvSpPr>
        <p:spPr>
          <a:xfrm>
            <a:off x="7619999" y="0"/>
            <a:ext cx="4572001" cy="6095689"/>
          </a:xfrm>
          <a:custGeom>
            <a:avLst/>
            <a:gdLst>
              <a:gd name="connsiteX0" fmla="*/ 0 w 4572001"/>
              <a:gd name="connsiteY0" fmla="*/ 0 h 6095689"/>
              <a:gd name="connsiteX1" fmla="*/ 4572001 w 4572001"/>
              <a:gd name="connsiteY1" fmla="*/ 0 h 6095689"/>
              <a:gd name="connsiteX2" fmla="*/ 4572001 w 4572001"/>
              <a:gd name="connsiteY2" fmla="*/ 6095689 h 6095689"/>
              <a:gd name="connsiteX3" fmla="*/ 501522 w 4572001"/>
              <a:gd name="connsiteY3" fmla="*/ 6095689 h 6095689"/>
              <a:gd name="connsiteX4" fmla="*/ 0 w 4572001"/>
              <a:gd name="connsiteY4" fmla="*/ 5590205 h 6095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1" h="6095689">
                <a:moveTo>
                  <a:pt x="0" y="0"/>
                </a:moveTo>
                <a:lnTo>
                  <a:pt x="4572001" y="0"/>
                </a:lnTo>
                <a:lnTo>
                  <a:pt x="4572001" y="6095689"/>
                </a:lnTo>
                <a:lnTo>
                  <a:pt x="501522" y="6095689"/>
                </a:lnTo>
                <a:cubicBezTo>
                  <a:pt x="224539" y="6095689"/>
                  <a:pt x="0" y="5869376"/>
                  <a:pt x="0" y="5590205"/>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F1B30B23-B6C4-3723-57BA-D70C99D0320B}"/>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B5CB376B-27E9-4CDA-655E-2AE645F1DE44}"/>
              </a:ext>
            </a:extLst>
          </p:cNvPr>
          <p:cNvSpPr>
            <a:spLocks noGrp="1"/>
          </p:cNvSpPr>
          <p:nvPr>
            <p:ph type="dt" sz="half" idx="16"/>
          </p:nvPr>
        </p:nvSpPr>
        <p:spPr/>
        <p:txBody>
          <a:bodyPr/>
          <a:lstStyle/>
          <a:p>
            <a:fld id="{D7E3ECEC-7E7B-4FB9-BAE8-5C10F12795EA}" type="datetimeFigureOut">
              <a:rPr lang="en-US" smtClean="0"/>
              <a:t>9/7/2026</a:t>
            </a:fld>
            <a:endParaRPr lang="en-US"/>
          </a:p>
        </p:txBody>
      </p:sp>
      <p:sp>
        <p:nvSpPr>
          <p:cNvPr id="10" name="Slide Number Placeholder 9">
            <a:extLst>
              <a:ext uri="{FF2B5EF4-FFF2-40B4-BE49-F238E27FC236}">
                <a16:creationId xmlns:a16="http://schemas.microsoft.com/office/drawing/2014/main" id="{4EC5A43C-DD1F-E7E6-BBC8-F953BC288BB0}"/>
              </a:ext>
            </a:extLst>
          </p:cNvPr>
          <p:cNvSpPr>
            <a:spLocks noGrp="1"/>
          </p:cNvSpPr>
          <p:nvPr>
            <p:ph type="sldNum" sz="quarter" idx="18"/>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775517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23912" y="822960"/>
            <a:ext cx="4243345" cy="1089702"/>
          </a:xfrm>
        </p:spPr>
        <p:txBody>
          <a:bodyPr anchor="t"/>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4DBFBCB5-4A7B-F7B3-9AAF-F908FB128AB0}"/>
              </a:ext>
            </a:extLst>
          </p:cNvPr>
          <p:cNvSpPr>
            <a:spLocks noGrp="1"/>
          </p:cNvSpPr>
          <p:nvPr>
            <p:ph type="pic" sz="quarter" idx="15" hasCustomPrompt="1"/>
          </p:nvPr>
        </p:nvSpPr>
        <p:spPr>
          <a:xfrm>
            <a:off x="0" y="0"/>
            <a:ext cx="6548534" cy="6100464"/>
          </a:xfrm>
          <a:custGeom>
            <a:avLst/>
            <a:gdLst>
              <a:gd name="connsiteX0" fmla="*/ 0 w 6548534"/>
              <a:gd name="connsiteY0" fmla="*/ 0 h 6100464"/>
              <a:gd name="connsiteX1" fmla="*/ 6548534 w 6548534"/>
              <a:gd name="connsiteY1" fmla="*/ 0 h 6100464"/>
              <a:gd name="connsiteX2" fmla="*/ 6548534 w 6548534"/>
              <a:gd name="connsiteY2" fmla="*/ 5595865 h 6100464"/>
              <a:gd name="connsiteX3" fmla="*/ 6047012 w 6548534"/>
              <a:gd name="connsiteY3" fmla="*/ 6100464 h 6100464"/>
              <a:gd name="connsiteX4" fmla="*/ 0 w 6548534"/>
              <a:gd name="connsiteY4" fmla="*/ 6100464 h 6100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8534" h="6100464">
                <a:moveTo>
                  <a:pt x="0" y="0"/>
                </a:moveTo>
                <a:lnTo>
                  <a:pt x="6548534" y="0"/>
                </a:lnTo>
                <a:lnTo>
                  <a:pt x="6548534" y="5595865"/>
                </a:lnTo>
                <a:cubicBezTo>
                  <a:pt x="6548534" y="5874548"/>
                  <a:pt x="6323995" y="6100464"/>
                  <a:pt x="6047012" y="6100464"/>
                </a:cubicBezTo>
                <a:lnTo>
                  <a:pt x="0" y="6100464"/>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23069" y="1988820"/>
            <a:ext cx="4244188" cy="41116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8F54AB8-6B4D-C00F-7A9F-6627E7066D2A}"/>
              </a:ext>
            </a:extLst>
          </p:cNvPr>
          <p:cNvSpPr>
            <a:spLocks noGrp="1"/>
          </p:cNvSpPr>
          <p:nvPr>
            <p:ph type="ftr" sz="quarter" idx="17"/>
          </p:nvPr>
        </p:nvSpPr>
        <p:spPr/>
        <p:txBody>
          <a:bodyPr/>
          <a:lstStyle/>
          <a:p>
            <a:endParaRPr lang="en-US"/>
          </a:p>
        </p:txBody>
      </p:sp>
      <p:sp>
        <p:nvSpPr>
          <p:cNvPr id="4" name="Date Placeholder 3">
            <a:extLst>
              <a:ext uri="{FF2B5EF4-FFF2-40B4-BE49-F238E27FC236}">
                <a16:creationId xmlns:a16="http://schemas.microsoft.com/office/drawing/2014/main" id="{DC218C63-B1E1-78F4-CF24-6991FB09C1C4}"/>
              </a:ext>
            </a:extLst>
          </p:cNvPr>
          <p:cNvSpPr>
            <a:spLocks noGrp="1"/>
          </p:cNvSpPr>
          <p:nvPr>
            <p:ph type="dt" sz="half" idx="16"/>
          </p:nvPr>
        </p:nvSpPr>
        <p:spPr/>
        <p:txBody>
          <a:bodyPr/>
          <a:lstStyle/>
          <a:p>
            <a:fld id="{D7E3ECEC-7E7B-4FB9-BAE8-5C10F12795EA}" type="datetimeFigureOut">
              <a:rPr lang="en-US" smtClean="0"/>
              <a:t>9/7/2026</a:t>
            </a:fld>
            <a:endParaRPr lang="en-US"/>
          </a:p>
        </p:txBody>
      </p:sp>
      <p:sp>
        <p:nvSpPr>
          <p:cNvPr id="10" name="Slide Number Placeholder 9">
            <a:extLst>
              <a:ext uri="{FF2B5EF4-FFF2-40B4-BE49-F238E27FC236}">
                <a16:creationId xmlns:a16="http://schemas.microsoft.com/office/drawing/2014/main" id="{BD268E9B-F4A2-5ABF-D43A-3BF4DCADB3FB}"/>
              </a:ext>
            </a:extLst>
          </p:cNvPr>
          <p:cNvSpPr>
            <a:spLocks noGrp="1"/>
          </p:cNvSpPr>
          <p:nvPr>
            <p:ph type="sldNum" sz="quarter" idx="18"/>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7247215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1724" y="822961"/>
            <a:ext cx="4177554" cy="1031240"/>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71725" y="1993392"/>
            <a:ext cx="4177553" cy="41026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CD2D7B58-DFF6-BC00-8544-64FC5F7EED57}"/>
              </a:ext>
            </a:extLst>
          </p:cNvPr>
          <p:cNvSpPr>
            <a:spLocks noGrp="1"/>
          </p:cNvSpPr>
          <p:nvPr>
            <p:ph type="pic" sz="quarter" idx="15" hasCustomPrompt="1"/>
          </p:nvPr>
        </p:nvSpPr>
        <p:spPr>
          <a:xfrm>
            <a:off x="5643722" y="0"/>
            <a:ext cx="6548279" cy="6105855"/>
          </a:xfrm>
          <a:custGeom>
            <a:avLst/>
            <a:gdLst>
              <a:gd name="connsiteX0" fmla="*/ 0 w 6548279"/>
              <a:gd name="connsiteY0" fmla="*/ 0 h 6105855"/>
              <a:gd name="connsiteX1" fmla="*/ 6548279 w 6548279"/>
              <a:gd name="connsiteY1" fmla="*/ 0 h 6105855"/>
              <a:gd name="connsiteX2" fmla="*/ 6548279 w 6548279"/>
              <a:gd name="connsiteY2" fmla="*/ 6105855 h 6105855"/>
              <a:gd name="connsiteX3" fmla="*/ 501522 w 6548279"/>
              <a:gd name="connsiteY3" fmla="*/ 6105855 h 6105855"/>
              <a:gd name="connsiteX4" fmla="*/ 0 w 6548279"/>
              <a:gd name="connsiteY4" fmla="*/ 5600680 h 6105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8279" h="6105855">
                <a:moveTo>
                  <a:pt x="0" y="0"/>
                </a:moveTo>
                <a:lnTo>
                  <a:pt x="6548279" y="0"/>
                </a:lnTo>
                <a:lnTo>
                  <a:pt x="6548279" y="6105855"/>
                </a:lnTo>
                <a:lnTo>
                  <a:pt x="501522" y="6105855"/>
                </a:lnTo>
                <a:cubicBezTo>
                  <a:pt x="224539" y="6105855"/>
                  <a:pt x="0" y="5879680"/>
                  <a:pt x="0" y="560068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9/7/2026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9661403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23912" y="822960"/>
            <a:ext cx="4243345" cy="1089702"/>
          </a:xfrm>
        </p:spPr>
        <p:txBody>
          <a:bodyPr anchor="t"/>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03AE08AD-600E-B6CB-33D0-F11CE0529C45}"/>
              </a:ext>
            </a:extLst>
          </p:cNvPr>
          <p:cNvSpPr>
            <a:spLocks noGrp="1"/>
          </p:cNvSpPr>
          <p:nvPr>
            <p:ph type="pic" sz="quarter" idx="15" hasCustomPrompt="1"/>
          </p:nvPr>
        </p:nvSpPr>
        <p:spPr>
          <a:xfrm>
            <a:off x="1" y="765214"/>
            <a:ext cx="6559827" cy="6092786"/>
          </a:xfrm>
          <a:custGeom>
            <a:avLst/>
            <a:gdLst>
              <a:gd name="connsiteX0" fmla="*/ 0 w 6559827"/>
              <a:gd name="connsiteY0" fmla="*/ 0 h 6092786"/>
              <a:gd name="connsiteX1" fmla="*/ 6058305 w 6559827"/>
              <a:gd name="connsiteY1" fmla="*/ 0 h 6092786"/>
              <a:gd name="connsiteX2" fmla="*/ 6559827 w 6559827"/>
              <a:gd name="connsiteY2" fmla="*/ 501522 h 6092786"/>
              <a:gd name="connsiteX3" fmla="*/ 6559827 w 6559827"/>
              <a:gd name="connsiteY3" fmla="*/ 6092786 h 6092786"/>
              <a:gd name="connsiteX4" fmla="*/ 0 w 6559827"/>
              <a:gd name="connsiteY4" fmla="*/ 6092786 h 60927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59827" h="6092786">
                <a:moveTo>
                  <a:pt x="0" y="0"/>
                </a:moveTo>
                <a:lnTo>
                  <a:pt x="6058305" y="0"/>
                </a:lnTo>
                <a:cubicBezTo>
                  <a:pt x="6335288" y="0"/>
                  <a:pt x="6559827" y="224539"/>
                  <a:pt x="6559827" y="501522"/>
                </a:cubicBezTo>
                <a:lnTo>
                  <a:pt x="6559827" y="6092786"/>
                </a:lnTo>
                <a:lnTo>
                  <a:pt x="0" y="6092786"/>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23069" y="1988820"/>
            <a:ext cx="4244188" cy="41071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223069" y="6329172"/>
            <a:ext cx="2816835"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601199" y="6329172"/>
            <a:ext cx="1387589" cy="338328"/>
          </a:xfrm>
        </p:spPr>
        <p:txBody>
          <a:bodyPr/>
          <a:lstStyle>
            <a:lvl1pPr>
              <a:defRPr>
                <a:solidFill>
                  <a:schemeClr val="tx1"/>
                </a:solidFill>
                <a:effectLst/>
              </a:defRPr>
            </a:lvl1pPr>
          </a:lstStyle>
          <a:p>
            <a:fld id="{D7E3ECEC-7E7B-4FB9-BAE8-5C10F12795EA}" type="datetimeFigureOut">
              <a:rPr lang="en-US" smtClean="0"/>
              <a:t>9/7/2026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55096" y="6329172"/>
            <a:ext cx="454437"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5462659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324"/>
            <a:ext cx="2959272" cy="1630841"/>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8096" y="2590800"/>
            <a:ext cx="2959272" cy="3505200"/>
          </a:xfrm>
        </p:spPr>
        <p:txBody>
          <a:bodyPr vert="horz" lIns="91440" tIns="45720" rIns="91440" bIns="45720" rtlCol="0">
            <a:normAutofit/>
          </a:bodyPr>
          <a:lstStyle>
            <a:lvl1pPr marL="285750" indent="-285750">
              <a:buFont typeface="Arial" panose="020B0604020202020204" pitchFamily="34" charset="0"/>
              <a:buChar char="•"/>
              <a:defRPr lang="en-US" dirty="0"/>
            </a:lvl1pPr>
            <a:lvl2pPr marL="400050" indent="-171450">
              <a:buFont typeface="Arial" panose="020B0604020202020204" pitchFamily="34" charset="0"/>
              <a:buChar char="•"/>
              <a:defRPr lang="en-US" dirty="0"/>
            </a:lvl2pPr>
            <a:lvl3pPr marL="628650" indent="-171450">
              <a:buFont typeface="Arial" panose="020B0604020202020204" pitchFamily="34" charset="0"/>
              <a:buChar char="•"/>
              <a:defRPr lang="en-US" dirty="0"/>
            </a:lvl3pPr>
            <a:lvl4pPr marL="857250" indent="-171450">
              <a:buFont typeface="Arial" panose="020B0604020202020204" pitchFamily="34" charset="0"/>
              <a:buChar char="•"/>
              <a:defRPr lang="en-US" dirty="0"/>
            </a:lvl4pPr>
            <a:lvl5pPr marL="1085850" indent="-171450">
              <a:buFont typeface="Arial" panose="020B0604020202020204" pitchFamily="34" charset="0"/>
              <a:buChar cha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68096" y="6327648"/>
            <a:ext cx="1833677"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601773" y="6318659"/>
            <a:ext cx="1092885" cy="338328"/>
          </a:xfrm>
        </p:spPr>
        <p:txBody>
          <a:bodyPr/>
          <a:lstStyle>
            <a:lvl1pPr>
              <a:defRPr>
                <a:solidFill>
                  <a:schemeClr val="tx1"/>
                </a:solidFill>
                <a:effectLst/>
              </a:defRPr>
            </a:lvl1pPr>
          </a:lstStyle>
          <a:p>
            <a:fld id="{D7E3ECEC-7E7B-4FB9-BAE8-5C10F12795EA}" type="datetimeFigureOut">
              <a:rPr lang="en-US" smtClean="0"/>
              <a:t>9/7/2026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694658" y="6318659"/>
            <a:ext cx="457200" cy="338328"/>
          </a:xfrm>
        </p:spPr>
        <p:txBody>
          <a:bodyPr/>
          <a:lstStyle/>
          <a:p>
            <a:fld id="{235F31FF-4816-4A7C-BAEE-4B5C41A91EB1}" type="slidenum">
              <a:rPr lang="en-US" smtClean="0"/>
              <a:t>‹#›</a:t>
            </a:fld>
            <a:endParaRPr lang="en-US"/>
          </a:p>
        </p:txBody>
      </p:sp>
      <p:sp>
        <p:nvSpPr>
          <p:cNvPr id="12" name="Picture Placeholder 11">
            <a:extLst>
              <a:ext uri="{FF2B5EF4-FFF2-40B4-BE49-F238E27FC236}">
                <a16:creationId xmlns:a16="http://schemas.microsoft.com/office/drawing/2014/main" id="{0A8E9606-29A0-9DB6-D153-C4863559DC60}"/>
              </a:ext>
            </a:extLst>
          </p:cNvPr>
          <p:cNvSpPr>
            <a:spLocks noGrp="1"/>
          </p:cNvSpPr>
          <p:nvPr>
            <p:ph type="pic" sz="quarter" idx="15" hasCustomPrompt="1"/>
          </p:nvPr>
        </p:nvSpPr>
        <p:spPr>
          <a:xfrm>
            <a:off x="4383033" y="765213"/>
            <a:ext cx="7808967" cy="6092787"/>
          </a:xfrm>
          <a:custGeom>
            <a:avLst/>
            <a:gdLst>
              <a:gd name="connsiteX0" fmla="*/ 501522 w 7808967"/>
              <a:gd name="connsiteY0" fmla="*/ 0 h 6092787"/>
              <a:gd name="connsiteX1" fmla="*/ 7808967 w 7808967"/>
              <a:gd name="connsiteY1" fmla="*/ 0 h 6092787"/>
              <a:gd name="connsiteX2" fmla="*/ 7808967 w 7808967"/>
              <a:gd name="connsiteY2" fmla="*/ 6092787 h 6092787"/>
              <a:gd name="connsiteX3" fmla="*/ 0 w 7808967"/>
              <a:gd name="connsiteY3" fmla="*/ 6092787 h 6092787"/>
              <a:gd name="connsiteX4" fmla="*/ 0 w 7808967"/>
              <a:gd name="connsiteY4" fmla="*/ 501522 h 6092787"/>
              <a:gd name="connsiteX5" fmla="*/ 501522 w 7808967"/>
              <a:gd name="connsiteY5" fmla="*/ 0 h 6092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808967" h="6092787">
                <a:moveTo>
                  <a:pt x="501522" y="0"/>
                </a:moveTo>
                <a:lnTo>
                  <a:pt x="7808967" y="0"/>
                </a:lnTo>
                <a:lnTo>
                  <a:pt x="7808967" y="6092787"/>
                </a:lnTo>
                <a:lnTo>
                  <a:pt x="0" y="6092787"/>
                </a:lnTo>
                <a:lnTo>
                  <a:pt x="0" y="501522"/>
                </a:lnTo>
                <a:cubicBezTo>
                  <a:pt x="0" y="224539"/>
                  <a:pt x="224539" y="0"/>
                  <a:pt x="50152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5591672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4842437"/>
            <a:ext cx="3636745" cy="1253564"/>
          </a:xfrm>
        </p:spPr>
        <p:txBody>
          <a:bodyPr anchor="t">
            <a:noAutofit/>
          </a:bodyPr>
          <a:lstStyle>
            <a:lvl1pPr>
              <a:defRPr sz="2500"/>
            </a:lvl1pPr>
          </a:lstStyle>
          <a:p>
            <a:r>
              <a:rPr lang="en-US"/>
              <a:t>Click to edit Master title style</a:t>
            </a:r>
            <a:endParaRPr lang="en-US" dirty="0"/>
          </a:p>
        </p:txBody>
      </p:sp>
      <p:sp>
        <p:nvSpPr>
          <p:cNvPr id="9" name="Picture Placeholder 3">
            <a:extLst>
              <a:ext uri="{FF2B5EF4-FFF2-40B4-BE49-F238E27FC236}">
                <a16:creationId xmlns:a16="http://schemas.microsoft.com/office/drawing/2014/main" id="{D90D792C-BF4F-3E3A-5C82-8AA602818235}"/>
              </a:ext>
            </a:extLst>
          </p:cNvPr>
          <p:cNvSpPr>
            <a:spLocks noGrp="1"/>
          </p:cNvSpPr>
          <p:nvPr>
            <p:ph type="pic" sz="quarter" idx="15" hasCustomPrompt="1"/>
          </p:nvPr>
        </p:nvSpPr>
        <p:spPr>
          <a:xfrm>
            <a:off x="0" y="0"/>
            <a:ext cx="11468100" cy="4354140"/>
          </a:xfrm>
          <a:custGeom>
            <a:avLst/>
            <a:gdLst>
              <a:gd name="connsiteX0" fmla="*/ 0 w 11468100"/>
              <a:gd name="connsiteY0" fmla="*/ 0 h 4354140"/>
              <a:gd name="connsiteX1" fmla="*/ 11468100 w 11468100"/>
              <a:gd name="connsiteY1" fmla="*/ 0 h 4354140"/>
              <a:gd name="connsiteX2" fmla="*/ 11468100 w 11468100"/>
              <a:gd name="connsiteY2" fmla="*/ 3852618 h 4354140"/>
              <a:gd name="connsiteX3" fmla="*/ 10965387 w 11468100"/>
              <a:gd name="connsiteY3" fmla="*/ 4354140 h 4354140"/>
              <a:gd name="connsiteX4" fmla="*/ 0 w 11468100"/>
              <a:gd name="connsiteY4" fmla="*/ 4354140 h 43541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4354140">
                <a:moveTo>
                  <a:pt x="0" y="0"/>
                </a:moveTo>
                <a:lnTo>
                  <a:pt x="11468100" y="0"/>
                </a:lnTo>
                <a:lnTo>
                  <a:pt x="11468100" y="3852618"/>
                </a:lnTo>
                <a:cubicBezTo>
                  <a:pt x="11468100" y="4129601"/>
                  <a:pt x="11243028" y="4354140"/>
                  <a:pt x="10965387" y="4354140"/>
                </a:cubicBezTo>
                <a:lnTo>
                  <a:pt x="0" y="4354140"/>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89635" y="4854632"/>
            <a:ext cx="6579807" cy="139376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9/7/2026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8593401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2090" y="4095740"/>
            <a:ext cx="3242191" cy="1704459"/>
          </a:xfrm>
        </p:spPr>
        <p:txBody>
          <a:bodyPr anchor="t">
            <a:noAutofit/>
          </a:bodyPr>
          <a:lstStyle>
            <a:lvl1pPr>
              <a:defRPr sz="2500"/>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C842B8C5-7416-8C92-3E56-737867305A74}"/>
              </a:ext>
            </a:extLst>
          </p:cNvPr>
          <p:cNvSpPr>
            <a:spLocks noGrp="1"/>
          </p:cNvSpPr>
          <p:nvPr>
            <p:ph type="pic" sz="quarter" idx="15" hasCustomPrompt="1"/>
          </p:nvPr>
        </p:nvSpPr>
        <p:spPr>
          <a:xfrm>
            <a:off x="0" y="0"/>
            <a:ext cx="11468100" cy="3659602"/>
          </a:xfrm>
          <a:custGeom>
            <a:avLst/>
            <a:gdLst>
              <a:gd name="connsiteX0" fmla="*/ 0 w 11468100"/>
              <a:gd name="connsiteY0" fmla="*/ 0 h 3659602"/>
              <a:gd name="connsiteX1" fmla="*/ 11468100 w 11468100"/>
              <a:gd name="connsiteY1" fmla="*/ 0 h 3659602"/>
              <a:gd name="connsiteX2" fmla="*/ 11468100 w 11468100"/>
              <a:gd name="connsiteY2" fmla="*/ 3158080 h 3659602"/>
              <a:gd name="connsiteX3" fmla="*/ 10964923 w 11468100"/>
              <a:gd name="connsiteY3" fmla="*/ 3659602 h 3659602"/>
              <a:gd name="connsiteX4" fmla="*/ 0 w 11468100"/>
              <a:gd name="connsiteY4" fmla="*/ 3659602 h 3659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3659602">
                <a:moveTo>
                  <a:pt x="0" y="0"/>
                </a:moveTo>
                <a:lnTo>
                  <a:pt x="11468100" y="0"/>
                </a:lnTo>
                <a:lnTo>
                  <a:pt x="11468100" y="3158080"/>
                </a:lnTo>
                <a:cubicBezTo>
                  <a:pt x="11468100" y="3435063"/>
                  <a:pt x="11242820" y="3659602"/>
                  <a:pt x="10964923" y="3659602"/>
                </a:cubicBezTo>
                <a:lnTo>
                  <a:pt x="0" y="3659602"/>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75355" y="4095740"/>
            <a:ext cx="7092745" cy="2006016"/>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9/7/2026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6147924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3159974" cy="1612741"/>
          </a:xfrm>
        </p:spPr>
        <p:txBody>
          <a:bodyPr anchor="t">
            <a:noAutofit/>
          </a:bodyPr>
          <a:lstStyle>
            <a:lvl1pPr>
              <a:defRPr sz="2500"/>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C0D06C70-6C8E-0F10-743F-047DC1563DEE}"/>
              </a:ext>
            </a:extLst>
          </p:cNvPr>
          <p:cNvSpPr>
            <a:spLocks noGrp="1"/>
          </p:cNvSpPr>
          <p:nvPr>
            <p:ph type="ftr" sz="quarter" idx="17"/>
          </p:nvPr>
        </p:nvSpPr>
        <p:spPr>
          <a:xfrm>
            <a:off x="772090" y="64008"/>
            <a:ext cx="2816835" cy="338328"/>
          </a:xfrm>
        </p:spPr>
        <p:txBody>
          <a:bodyPr/>
          <a:lstStyle/>
          <a:p>
            <a:endParaRPr lang="en-US"/>
          </a:p>
        </p:txBody>
      </p:sp>
      <p:sp>
        <p:nvSpPr>
          <p:cNvPr id="3" name="Date Placeholder 2">
            <a:extLst>
              <a:ext uri="{FF2B5EF4-FFF2-40B4-BE49-F238E27FC236}">
                <a16:creationId xmlns:a16="http://schemas.microsoft.com/office/drawing/2014/main" id="{984B292A-7A06-6DDC-E8C4-EBEEF5A46C03}"/>
              </a:ext>
            </a:extLst>
          </p:cNvPr>
          <p:cNvSpPr>
            <a:spLocks noGrp="1"/>
          </p:cNvSpPr>
          <p:nvPr>
            <p:ph type="dt" sz="half" idx="16"/>
          </p:nvPr>
        </p:nvSpPr>
        <p:spPr>
          <a:xfrm>
            <a:off x="9291411" y="64008"/>
            <a:ext cx="1612674" cy="338328"/>
          </a:xfrm>
        </p:spPr>
        <p:txBody>
          <a:bodyPr/>
          <a:lstStyle/>
          <a:p>
            <a:fld id="{D7E3ECEC-7E7B-4FB9-BAE8-5C10F12795EA}" type="datetimeFigureOut">
              <a:rPr lang="en-US" smtClean="0"/>
              <a:t>9/7/2026</a:t>
            </a:fld>
            <a:endParaRPr lang="en-US"/>
          </a:p>
        </p:txBody>
      </p:sp>
      <p:sp>
        <p:nvSpPr>
          <p:cNvPr id="10" name="Slide Number Placeholder 9">
            <a:extLst>
              <a:ext uri="{FF2B5EF4-FFF2-40B4-BE49-F238E27FC236}">
                <a16:creationId xmlns:a16="http://schemas.microsoft.com/office/drawing/2014/main" id="{5D35E09C-E9FB-8393-0705-FD349F06C4C1}"/>
              </a:ext>
            </a:extLst>
          </p:cNvPr>
          <p:cNvSpPr>
            <a:spLocks noGrp="1"/>
          </p:cNvSpPr>
          <p:nvPr>
            <p:ph type="sldNum" sz="quarter" idx="18"/>
          </p:nvPr>
        </p:nvSpPr>
        <p:spPr>
          <a:xfrm>
            <a:off x="11050742" y="64008"/>
            <a:ext cx="457200" cy="338328"/>
          </a:xfrm>
        </p:spPr>
        <p:txBody>
          <a:bodyPr/>
          <a:lstStyle/>
          <a:p>
            <a:fld id="{235F31FF-4816-4A7C-BAEE-4B5C41A91EB1}"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75355" y="822959"/>
            <a:ext cx="7092745" cy="199867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190B4482-E492-864A-9429-7F3F86067CBD}"/>
              </a:ext>
            </a:extLst>
          </p:cNvPr>
          <p:cNvSpPr>
            <a:spLocks noGrp="1"/>
          </p:cNvSpPr>
          <p:nvPr>
            <p:ph type="pic" sz="quarter" idx="15" hasCustomPrompt="1"/>
          </p:nvPr>
        </p:nvSpPr>
        <p:spPr>
          <a:xfrm>
            <a:off x="0" y="3268078"/>
            <a:ext cx="11468100" cy="3589922"/>
          </a:xfrm>
          <a:custGeom>
            <a:avLst/>
            <a:gdLst>
              <a:gd name="connsiteX0" fmla="*/ 0 w 11468100"/>
              <a:gd name="connsiteY0" fmla="*/ 0 h 3589922"/>
              <a:gd name="connsiteX1" fmla="*/ 10964923 w 11468100"/>
              <a:gd name="connsiteY1" fmla="*/ 0 h 3589922"/>
              <a:gd name="connsiteX2" fmla="*/ 11468100 w 11468100"/>
              <a:gd name="connsiteY2" fmla="*/ 501522 h 3589922"/>
              <a:gd name="connsiteX3" fmla="*/ 11468100 w 11468100"/>
              <a:gd name="connsiteY3" fmla="*/ 3589922 h 3589922"/>
              <a:gd name="connsiteX4" fmla="*/ 0 w 11468100"/>
              <a:gd name="connsiteY4" fmla="*/ 3589922 h 3589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3589922">
                <a:moveTo>
                  <a:pt x="0" y="0"/>
                </a:moveTo>
                <a:lnTo>
                  <a:pt x="10964923" y="0"/>
                </a:lnTo>
                <a:cubicBezTo>
                  <a:pt x="11242820" y="0"/>
                  <a:pt x="11468100" y="224539"/>
                  <a:pt x="11468100" y="501522"/>
                </a:cubicBezTo>
                <a:lnTo>
                  <a:pt x="11468100" y="3589922"/>
                </a:lnTo>
                <a:lnTo>
                  <a:pt x="0" y="3589922"/>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6914669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2090" y="3316097"/>
            <a:ext cx="3242191" cy="1704459"/>
          </a:xfrm>
        </p:spPr>
        <p:txBody>
          <a:bodyPr anchor="t">
            <a:noAutofit/>
          </a:bodyPr>
          <a:lstStyle>
            <a:lvl1pPr>
              <a:defRPr sz="25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D6389053-627F-50C3-46B2-6517FF15D614}"/>
              </a:ext>
            </a:extLst>
          </p:cNvPr>
          <p:cNvSpPr>
            <a:spLocks noGrp="1"/>
          </p:cNvSpPr>
          <p:nvPr>
            <p:ph type="pic" sz="quarter" idx="15" hasCustomPrompt="1"/>
          </p:nvPr>
        </p:nvSpPr>
        <p:spPr>
          <a:xfrm>
            <a:off x="0" y="1"/>
            <a:ext cx="11468100" cy="2879959"/>
          </a:xfrm>
          <a:custGeom>
            <a:avLst/>
            <a:gdLst>
              <a:gd name="connsiteX0" fmla="*/ 0 w 11468100"/>
              <a:gd name="connsiteY0" fmla="*/ 0 h 2879959"/>
              <a:gd name="connsiteX1" fmla="*/ 11468100 w 11468100"/>
              <a:gd name="connsiteY1" fmla="*/ 0 h 2879959"/>
              <a:gd name="connsiteX2" fmla="*/ 11468100 w 11468100"/>
              <a:gd name="connsiteY2" fmla="*/ 2378437 h 2879959"/>
              <a:gd name="connsiteX3" fmla="*/ 10964923 w 11468100"/>
              <a:gd name="connsiteY3" fmla="*/ 2879959 h 2879959"/>
              <a:gd name="connsiteX4" fmla="*/ 0 w 11468100"/>
              <a:gd name="connsiteY4" fmla="*/ 2879959 h 2879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2879959">
                <a:moveTo>
                  <a:pt x="0" y="0"/>
                </a:moveTo>
                <a:lnTo>
                  <a:pt x="11468100" y="0"/>
                </a:lnTo>
                <a:lnTo>
                  <a:pt x="11468100" y="2378437"/>
                </a:lnTo>
                <a:cubicBezTo>
                  <a:pt x="11468100" y="2655420"/>
                  <a:pt x="11242820" y="2879959"/>
                  <a:pt x="10964923" y="2879959"/>
                </a:cubicBezTo>
                <a:lnTo>
                  <a:pt x="0" y="2879959"/>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75355" y="3316096"/>
            <a:ext cx="7092745" cy="285292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9/7/2026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1943917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10706100" cy="604428"/>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5F790B68-0230-A98B-796E-2C008AC2CC5D}"/>
              </a:ext>
            </a:extLst>
          </p:cNvPr>
          <p:cNvSpPr>
            <a:spLocks noGrp="1"/>
          </p:cNvSpPr>
          <p:nvPr>
            <p:ph type="pic" sz="quarter" idx="15" hasCustomPrompt="1"/>
          </p:nvPr>
        </p:nvSpPr>
        <p:spPr>
          <a:xfrm>
            <a:off x="0" y="1750092"/>
            <a:ext cx="6553940" cy="5107908"/>
          </a:xfrm>
          <a:custGeom>
            <a:avLst/>
            <a:gdLst>
              <a:gd name="connsiteX0" fmla="*/ 0 w 6553940"/>
              <a:gd name="connsiteY0" fmla="*/ 0 h 5107908"/>
              <a:gd name="connsiteX1" fmla="*/ 6118541 w 6553940"/>
              <a:gd name="connsiteY1" fmla="*/ 0 h 5107908"/>
              <a:gd name="connsiteX2" fmla="*/ 6553940 w 6553940"/>
              <a:gd name="connsiteY2" fmla="*/ 439618 h 5107908"/>
              <a:gd name="connsiteX3" fmla="*/ 6553940 w 6553940"/>
              <a:gd name="connsiteY3" fmla="*/ 5107908 h 5107908"/>
              <a:gd name="connsiteX4" fmla="*/ 0 w 6553940"/>
              <a:gd name="connsiteY4" fmla="*/ 5107908 h 5107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53940" h="5107908">
                <a:moveTo>
                  <a:pt x="0" y="0"/>
                </a:moveTo>
                <a:lnTo>
                  <a:pt x="6118541" y="0"/>
                </a:lnTo>
                <a:cubicBezTo>
                  <a:pt x="6359005" y="0"/>
                  <a:pt x="6553940" y="196824"/>
                  <a:pt x="6553940" y="439618"/>
                </a:cubicBezTo>
                <a:lnTo>
                  <a:pt x="6553940" y="5107908"/>
                </a:lnTo>
                <a:lnTo>
                  <a:pt x="0" y="5107908"/>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199994" y="1679171"/>
            <a:ext cx="4268106" cy="44930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99994" y="6389695"/>
            <a:ext cx="2183822"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3704" y="6389695"/>
            <a:ext cx="1625600" cy="338328"/>
          </a:xfrm>
        </p:spPr>
        <p:txBody>
          <a:bodyPr/>
          <a:lstStyle/>
          <a:p>
            <a:fld id="{D7E3ECEC-7E7B-4FB9-BAE8-5C10F12795EA}" type="datetimeFigureOut">
              <a:rPr lang="en-US" smtClean="0"/>
              <a:t>9/7/2026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25200" y="6389695"/>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1086835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59"/>
            <a:ext cx="4811167" cy="916991"/>
          </a:xfrm>
        </p:spPr>
        <p:txBody>
          <a:bodyPr anchor="t"/>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40936EEA-460B-E34D-8B9C-832ADF15E401}"/>
              </a:ext>
            </a:extLst>
          </p:cNvPr>
          <p:cNvSpPr>
            <a:spLocks noGrp="1"/>
          </p:cNvSpPr>
          <p:nvPr>
            <p:ph type="pic" sz="quarter" idx="15" hasCustomPrompt="1"/>
          </p:nvPr>
        </p:nvSpPr>
        <p:spPr>
          <a:xfrm>
            <a:off x="1" y="1958288"/>
            <a:ext cx="5620853" cy="4899713"/>
          </a:xfrm>
          <a:custGeom>
            <a:avLst/>
            <a:gdLst>
              <a:gd name="connsiteX0" fmla="*/ 0 w 5620853"/>
              <a:gd name="connsiteY0" fmla="*/ 0 h 4899713"/>
              <a:gd name="connsiteX1" fmla="*/ 5119331 w 5620853"/>
              <a:gd name="connsiteY1" fmla="*/ 0 h 4899713"/>
              <a:gd name="connsiteX2" fmla="*/ 5620853 w 5620853"/>
              <a:gd name="connsiteY2" fmla="*/ 501522 h 4899713"/>
              <a:gd name="connsiteX3" fmla="*/ 5620853 w 5620853"/>
              <a:gd name="connsiteY3" fmla="*/ 4899713 h 4899713"/>
              <a:gd name="connsiteX4" fmla="*/ 0 w 5620853"/>
              <a:gd name="connsiteY4" fmla="*/ 4899713 h 4899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20853" h="4899713">
                <a:moveTo>
                  <a:pt x="0" y="0"/>
                </a:moveTo>
                <a:lnTo>
                  <a:pt x="5119331" y="0"/>
                </a:lnTo>
                <a:cubicBezTo>
                  <a:pt x="5396314" y="0"/>
                  <a:pt x="5620853" y="224539"/>
                  <a:pt x="5620853" y="501522"/>
                </a:cubicBezTo>
                <a:lnTo>
                  <a:pt x="5620853" y="4899713"/>
                </a:lnTo>
                <a:lnTo>
                  <a:pt x="0" y="4899713"/>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314184" y="822960"/>
            <a:ext cx="5153915" cy="5273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311795" y="6387559"/>
            <a:ext cx="2868392"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31917" y="6387559"/>
            <a:ext cx="1658678" cy="338328"/>
          </a:xfrm>
        </p:spPr>
        <p:txBody>
          <a:bodyPr/>
          <a:lstStyle/>
          <a:p>
            <a:fld id="{D7E3ECEC-7E7B-4FB9-BAE8-5C10F12795EA}" type="datetimeFigureOut">
              <a:rPr lang="en-US" smtClean="0"/>
              <a:t>9/7/2026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2325" y="6387559"/>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9346053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3383280" cy="1269365"/>
          </a:xfrm>
        </p:spPr>
        <p:txBody>
          <a:bodyPr anchor="t">
            <a:normAutofit/>
          </a:bodyPr>
          <a:lstStyle>
            <a:lvl1pPr>
              <a:defRPr sz="2500"/>
            </a:lvl1pPr>
          </a:lstStyle>
          <a:p>
            <a:r>
              <a:rPr lang="en-US"/>
              <a:t>Click to edit Master title style</a:t>
            </a:r>
            <a:endParaRPr lang="en-US" dirty="0"/>
          </a:p>
        </p:txBody>
      </p:sp>
      <p:sp>
        <p:nvSpPr>
          <p:cNvPr id="11" name="Picture Placeholder 9">
            <a:extLst>
              <a:ext uri="{FF2B5EF4-FFF2-40B4-BE49-F238E27FC236}">
                <a16:creationId xmlns:a16="http://schemas.microsoft.com/office/drawing/2014/main" id="{2E39E907-908A-148E-8CF0-2C3161E428B4}"/>
              </a:ext>
            </a:extLst>
          </p:cNvPr>
          <p:cNvSpPr>
            <a:spLocks noGrp="1"/>
          </p:cNvSpPr>
          <p:nvPr>
            <p:ph type="pic" sz="quarter" idx="15" hasCustomPrompt="1"/>
          </p:nvPr>
        </p:nvSpPr>
        <p:spPr>
          <a:xfrm>
            <a:off x="1" y="2387462"/>
            <a:ext cx="4145281" cy="4470539"/>
          </a:xfrm>
          <a:custGeom>
            <a:avLst/>
            <a:gdLst>
              <a:gd name="connsiteX0" fmla="*/ 0 w 4145281"/>
              <a:gd name="connsiteY0" fmla="*/ 0 h 4470539"/>
              <a:gd name="connsiteX1" fmla="*/ 3629230 w 4145281"/>
              <a:gd name="connsiteY1" fmla="*/ 0 h 4470539"/>
              <a:gd name="connsiteX2" fmla="*/ 4145281 w 4145281"/>
              <a:gd name="connsiteY2" fmla="*/ 516051 h 4470539"/>
              <a:gd name="connsiteX3" fmla="*/ 4145281 w 4145281"/>
              <a:gd name="connsiteY3" fmla="*/ 4470539 h 4470539"/>
              <a:gd name="connsiteX4" fmla="*/ 0 w 4145281"/>
              <a:gd name="connsiteY4" fmla="*/ 4470539 h 4470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81" h="4470539">
                <a:moveTo>
                  <a:pt x="0" y="0"/>
                </a:moveTo>
                <a:lnTo>
                  <a:pt x="3629230" y="0"/>
                </a:lnTo>
                <a:cubicBezTo>
                  <a:pt x="3914237" y="0"/>
                  <a:pt x="4145281" y="231044"/>
                  <a:pt x="4145281" y="516051"/>
                </a:cubicBezTo>
                <a:lnTo>
                  <a:pt x="4145281" y="4470539"/>
                </a:lnTo>
                <a:lnTo>
                  <a:pt x="0" y="4470539"/>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839479" y="781685"/>
            <a:ext cx="6628621" cy="53905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146266" y="6388215"/>
            <a:ext cx="2969008"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432999" y="6388215"/>
            <a:ext cx="2558901" cy="338328"/>
          </a:xfrm>
        </p:spPr>
        <p:txBody>
          <a:bodyPr/>
          <a:lstStyle/>
          <a:p>
            <a:fld id="{D7E3ECEC-7E7B-4FB9-BAE8-5C10F12795EA}" type="datetimeFigureOut">
              <a:rPr lang="en-US" smtClean="0"/>
              <a:t>9/7/2026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2323" y="6388215"/>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5748437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tx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6EF0D11-5ED9-D2C8-48DF-CDDD85CEAC2D}"/>
              </a:ext>
              <a:ext uri="{C183D7F6-B498-43B3-948B-1728B52AA6E4}">
                <adec:decorative xmlns:adec="http://schemas.microsoft.com/office/drawing/2017/decorative" val="1"/>
              </a:ext>
            </a:extLst>
          </p:cNvPr>
          <p:cNvSpPr/>
          <p:nvPr/>
        </p:nvSpPr>
        <p:spPr>
          <a:xfrm>
            <a:off x="-1524" y="0"/>
            <a:ext cx="12192000" cy="6858000"/>
          </a:xfrm>
          <a:prstGeom prst="rect">
            <a:avLst/>
          </a:prstGeom>
          <a:solidFill>
            <a:schemeClr val="accent3">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1389888" y="4809744"/>
            <a:ext cx="9345168" cy="1225296"/>
          </a:xfrm>
        </p:spPr>
        <p:txBody>
          <a:bodyPr anchor="t">
            <a:normAutofit/>
          </a:bodyPr>
          <a:lstStyle>
            <a:lvl1pPr algn="ctr">
              <a:lnSpc>
                <a:spcPct val="120000"/>
              </a:lnSpc>
              <a:defRPr sz="280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493776" y="603504"/>
            <a:ext cx="11201400" cy="4206240"/>
          </a:xfrm>
        </p:spPr>
        <p:txBody>
          <a:bodyPr anchor="b">
            <a:normAutofit/>
          </a:bodyPr>
          <a:lstStyle>
            <a:lvl1pPr marL="0" indent="0" algn="ctr">
              <a:lnSpc>
                <a:spcPct val="90000"/>
              </a:lnSpc>
              <a:buNone/>
              <a:defRPr sz="27800">
                <a:solidFill>
                  <a:schemeClr val="accent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1"/>
                </a:solidFill>
              </a:defRPr>
            </a:lvl1pPr>
          </a:lstStyle>
          <a:p>
            <a:fld id="{D7E3ECEC-7E7B-4FB9-BAE8-5C10F12795EA}" type="datetimeFigureOut">
              <a:rPr lang="en-US" smtClean="0"/>
              <a:t>9/7/2026</a:t>
            </a:fld>
            <a:endParaRPr lang="en-US"/>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247658672"/>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2"/>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F3547126-466C-18B0-8C04-007D93615CD9}"/>
              </a:ext>
              <a:ext uri="{C183D7F6-B498-43B3-948B-1728B52AA6E4}">
                <adec:decorative xmlns:adec="http://schemas.microsoft.com/office/drawing/2017/decorative" val="1"/>
              </a:ext>
            </a:extLst>
          </p:cNvPr>
          <p:cNvSpPr/>
          <p:nvPr/>
        </p:nvSpPr>
        <p:spPr>
          <a:xfrm>
            <a:off x="0" y="-1"/>
            <a:ext cx="11208688" cy="5154130"/>
          </a:xfrm>
          <a:custGeom>
            <a:avLst/>
            <a:gdLst>
              <a:gd name="connsiteX0" fmla="*/ 0 w 11208688"/>
              <a:gd name="connsiteY0" fmla="*/ 0 h 5154130"/>
              <a:gd name="connsiteX1" fmla="*/ 11208688 w 11208688"/>
              <a:gd name="connsiteY1" fmla="*/ 0 h 5154130"/>
              <a:gd name="connsiteX2" fmla="*/ 11208688 w 11208688"/>
              <a:gd name="connsiteY2" fmla="*/ 526471 h 5154130"/>
              <a:gd name="connsiteX3" fmla="*/ 11208688 w 11208688"/>
              <a:gd name="connsiteY3" fmla="*/ 4126137 h 5154130"/>
              <a:gd name="connsiteX4" fmla="*/ 11208688 w 11208688"/>
              <a:gd name="connsiteY4" fmla="*/ 4652608 h 5154130"/>
              <a:gd name="connsiteX5" fmla="*/ 10707166 w 11208688"/>
              <a:gd name="connsiteY5" fmla="*/ 5154130 h 5154130"/>
              <a:gd name="connsiteX6" fmla="*/ 0 w 11208688"/>
              <a:gd name="connsiteY6" fmla="*/ 5154130 h 5154130"/>
              <a:gd name="connsiteX7" fmla="*/ 0 w 11208688"/>
              <a:gd name="connsiteY7" fmla="*/ 4627659 h 5154130"/>
              <a:gd name="connsiteX8" fmla="*/ 0 w 11208688"/>
              <a:gd name="connsiteY8" fmla="*/ 526471 h 5154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208688" h="5154130">
                <a:moveTo>
                  <a:pt x="0" y="0"/>
                </a:moveTo>
                <a:lnTo>
                  <a:pt x="11208688" y="0"/>
                </a:lnTo>
                <a:lnTo>
                  <a:pt x="11208688" y="526471"/>
                </a:lnTo>
                <a:lnTo>
                  <a:pt x="11208688" y="4126137"/>
                </a:lnTo>
                <a:lnTo>
                  <a:pt x="11208688" y="4652608"/>
                </a:lnTo>
                <a:cubicBezTo>
                  <a:pt x="11208688" y="4929591"/>
                  <a:pt x="10984149" y="5154130"/>
                  <a:pt x="10707166" y="5154130"/>
                </a:cubicBezTo>
                <a:lnTo>
                  <a:pt x="0" y="5154130"/>
                </a:lnTo>
                <a:lnTo>
                  <a:pt x="0" y="4627659"/>
                </a:lnTo>
                <a:lnTo>
                  <a:pt x="0" y="526471"/>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772089" y="5483352"/>
            <a:ext cx="10361130" cy="848177"/>
          </a:xfrm>
        </p:spPr>
        <p:txBody>
          <a:bodyPr vert="horz" lIns="91440" tIns="45720" rIns="91440" bIns="45720" rtlCol="0" anchor="ctr">
            <a:normAutofit/>
          </a:bodyPr>
          <a:lstStyle>
            <a:lvl1pPr>
              <a:lnSpc>
                <a:spcPct val="100000"/>
              </a:lnSpc>
              <a:defRPr lang="en-US" sz="2600" dirty="0">
                <a:solidFill>
                  <a:schemeClr val="tx2"/>
                </a:solidFill>
                <a:latin typeface="+mn-lt"/>
              </a:defRPr>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41015" y="684412"/>
            <a:ext cx="10592204" cy="4122998"/>
          </a:xfrm>
        </p:spPr>
        <p:txBody>
          <a:bodyPr vert="horz" lIns="91440" tIns="45720" rIns="91440" bIns="45720" rtlCol="0" anchor="b">
            <a:normAutofit/>
          </a:bodyPr>
          <a:lstStyle>
            <a:lvl1pPr marL="0" indent="0">
              <a:lnSpc>
                <a:spcPct val="90000"/>
              </a:lnSpc>
              <a:buNone/>
              <a:defRPr lang="en-US" sz="27800" spc="-200" baseline="0" dirty="0">
                <a:solidFill>
                  <a:schemeClr val="accent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9/7/2026</a:t>
            </a:fld>
            <a:endParaRPr lang="en-US"/>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686041142"/>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3">
    <p:bg>
      <p:bgRef idx="1001">
        <a:schemeClr val="bg2"/>
      </p:bgRef>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D0AA79A0-CEA9-1C5C-A8CA-D3F95D56333A}"/>
              </a:ext>
              <a:ext uri="{C183D7F6-B498-43B3-948B-1728B52AA6E4}">
                <adec:decorative xmlns:adec="http://schemas.microsoft.com/office/drawing/2017/decorative" val="1"/>
              </a:ext>
            </a:extLst>
          </p:cNvPr>
          <p:cNvSpPr/>
          <p:nvPr/>
        </p:nvSpPr>
        <p:spPr>
          <a:xfrm>
            <a:off x="0" y="4757010"/>
            <a:ext cx="11208688" cy="2100988"/>
          </a:xfrm>
          <a:custGeom>
            <a:avLst/>
            <a:gdLst>
              <a:gd name="connsiteX0" fmla="*/ 0 w 11208688"/>
              <a:gd name="connsiteY0" fmla="*/ 0 h 2100988"/>
              <a:gd name="connsiteX1" fmla="*/ 10707166 w 11208688"/>
              <a:gd name="connsiteY1" fmla="*/ 0 h 2100988"/>
              <a:gd name="connsiteX2" fmla="*/ 11208688 w 11208688"/>
              <a:gd name="connsiteY2" fmla="*/ 501522 h 2100988"/>
              <a:gd name="connsiteX3" fmla="*/ 11208688 w 11208688"/>
              <a:gd name="connsiteY3" fmla="*/ 2100988 h 2100988"/>
              <a:gd name="connsiteX4" fmla="*/ 0 w 11208688"/>
              <a:gd name="connsiteY4" fmla="*/ 2100988 h 2100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08688" h="2100988">
                <a:moveTo>
                  <a:pt x="0" y="0"/>
                </a:moveTo>
                <a:lnTo>
                  <a:pt x="10707166" y="0"/>
                </a:lnTo>
                <a:cubicBezTo>
                  <a:pt x="10984149" y="0"/>
                  <a:pt x="11208688" y="224539"/>
                  <a:pt x="11208688" y="501522"/>
                </a:cubicBezTo>
                <a:lnTo>
                  <a:pt x="11208688" y="2100988"/>
                </a:lnTo>
                <a:lnTo>
                  <a:pt x="0" y="2100988"/>
                </a:lnTo>
                <a:close/>
              </a:path>
            </a:pathLst>
          </a:cu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4F2C5FBA-F4AA-552B-2245-767D47272F3B}"/>
              </a:ext>
              <a:ext uri="{C183D7F6-B498-43B3-948B-1728B52AA6E4}">
                <adec:decorative xmlns:adec="http://schemas.microsoft.com/office/drawing/2017/decorative" val="1"/>
              </a:ext>
            </a:extLst>
          </p:cNvPr>
          <p:cNvSpPr/>
          <p:nvPr/>
        </p:nvSpPr>
        <p:spPr>
          <a:xfrm>
            <a:off x="0" y="1"/>
            <a:ext cx="11208688" cy="4627659"/>
          </a:xfrm>
          <a:custGeom>
            <a:avLst/>
            <a:gdLst>
              <a:gd name="connsiteX0" fmla="*/ 0 w 11208688"/>
              <a:gd name="connsiteY0" fmla="*/ 0 h 4627659"/>
              <a:gd name="connsiteX1" fmla="*/ 11208688 w 11208688"/>
              <a:gd name="connsiteY1" fmla="*/ 0 h 4627659"/>
              <a:gd name="connsiteX2" fmla="*/ 11208688 w 11208688"/>
              <a:gd name="connsiteY2" fmla="*/ 4126137 h 4627659"/>
              <a:gd name="connsiteX3" fmla="*/ 10707166 w 11208688"/>
              <a:gd name="connsiteY3" fmla="*/ 4627659 h 4627659"/>
              <a:gd name="connsiteX4" fmla="*/ 0 w 11208688"/>
              <a:gd name="connsiteY4" fmla="*/ 4627659 h 46276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08688" h="4627659">
                <a:moveTo>
                  <a:pt x="0" y="0"/>
                </a:moveTo>
                <a:lnTo>
                  <a:pt x="11208688" y="0"/>
                </a:lnTo>
                <a:lnTo>
                  <a:pt x="11208688" y="4126137"/>
                </a:lnTo>
                <a:cubicBezTo>
                  <a:pt x="11208688" y="4403120"/>
                  <a:pt x="10984149" y="4627659"/>
                  <a:pt x="10707166" y="4627659"/>
                </a:cubicBezTo>
                <a:lnTo>
                  <a:pt x="0" y="4627659"/>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768096" y="5230760"/>
            <a:ext cx="9738852" cy="1017639"/>
          </a:xfrm>
        </p:spPr>
        <p:txBody>
          <a:bodyPr vert="horz" lIns="91440" tIns="45720" rIns="91440" bIns="45720" rtlCol="0" anchor="ctr">
            <a:normAutofit/>
          </a:bodyPr>
          <a:lstStyle>
            <a:lvl1pPr>
              <a:lnSpc>
                <a:spcPct val="100000"/>
              </a:lnSpc>
              <a:defRPr lang="en-US" sz="2600" dirty="0">
                <a:solidFill>
                  <a:schemeClr val="tx2"/>
                </a:solidFill>
                <a:latin typeface="+mn-lt"/>
              </a:defRPr>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49328" y="420624"/>
            <a:ext cx="10592204" cy="4112875"/>
          </a:xfrm>
        </p:spPr>
        <p:txBody>
          <a:bodyPr vert="horz" lIns="91440" tIns="45720" rIns="91440" bIns="45720" rtlCol="0" anchor="b">
            <a:normAutofit/>
          </a:bodyPr>
          <a:lstStyle>
            <a:lvl1pPr marL="0" indent="0">
              <a:lnSpc>
                <a:spcPct val="90000"/>
              </a:lnSpc>
              <a:buNone/>
              <a:defRPr lang="en-US" sz="27800" dirty="0">
                <a:solidFill>
                  <a:schemeClr val="accent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9/7/2026</a:t>
            </a:fld>
            <a:endParaRPr lang="en-US"/>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3532959607"/>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4">
    <p:bg>
      <p:bgRef idx="1001">
        <a:schemeClr val="bg1"/>
      </p:bgRef>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34677EE2-225B-FA02-73B9-DFB5D013592F}"/>
              </a:ext>
              <a:ext uri="{C183D7F6-B498-43B3-948B-1728B52AA6E4}">
                <adec:decorative xmlns:adec="http://schemas.microsoft.com/office/drawing/2017/decorative" val="1"/>
              </a:ext>
            </a:extLst>
          </p:cNvPr>
          <p:cNvSpPr/>
          <p:nvPr/>
        </p:nvSpPr>
        <p:spPr>
          <a:xfrm>
            <a:off x="0" y="4783948"/>
            <a:ext cx="11208688" cy="2074052"/>
          </a:xfrm>
          <a:custGeom>
            <a:avLst/>
            <a:gdLst>
              <a:gd name="connsiteX0" fmla="*/ 0 w 11208688"/>
              <a:gd name="connsiteY0" fmla="*/ 0 h 2074052"/>
              <a:gd name="connsiteX1" fmla="*/ 10707166 w 11208688"/>
              <a:gd name="connsiteY1" fmla="*/ 0 h 2074052"/>
              <a:gd name="connsiteX2" fmla="*/ 11208688 w 11208688"/>
              <a:gd name="connsiteY2" fmla="*/ 501522 h 2074052"/>
              <a:gd name="connsiteX3" fmla="*/ 11208688 w 11208688"/>
              <a:gd name="connsiteY3" fmla="*/ 2074052 h 2074052"/>
              <a:gd name="connsiteX4" fmla="*/ 0 w 11208688"/>
              <a:gd name="connsiteY4" fmla="*/ 2074052 h 2074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08688" h="2074052">
                <a:moveTo>
                  <a:pt x="0" y="0"/>
                </a:moveTo>
                <a:lnTo>
                  <a:pt x="10707166" y="0"/>
                </a:lnTo>
                <a:cubicBezTo>
                  <a:pt x="10984149" y="0"/>
                  <a:pt x="11208688" y="224539"/>
                  <a:pt x="11208688" y="501522"/>
                </a:cubicBezTo>
                <a:lnTo>
                  <a:pt x="11208688" y="2074052"/>
                </a:lnTo>
                <a:lnTo>
                  <a:pt x="0" y="2074052"/>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768096" y="5249809"/>
            <a:ext cx="9768348" cy="1109078"/>
          </a:xfrm>
        </p:spPr>
        <p:txBody>
          <a:bodyPr vert="horz" lIns="91440" tIns="45720" rIns="91440" bIns="45720" rtlCol="0" anchor="ctr">
            <a:normAutofit/>
          </a:bodyPr>
          <a:lstStyle>
            <a:lvl1pPr>
              <a:lnSpc>
                <a:spcPct val="100000"/>
              </a:lnSpc>
              <a:defRPr lang="en-US" sz="2400" dirty="0">
                <a:latin typeface="+mn-lt"/>
              </a:defRPr>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39496" y="341968"/>
            <a:ext cx="11100816" cy="4334256"/>
          </a:xfrm>
        </p:spPr>
        <p:txBody>
          <a:bodyPr vert="horz" lIns="91440" tIns="45720" rIns="91440" bIns="45720" rtlCol="0" anchor="b">
            <a:normAutofit/>
          </a:bodyPr>
          <a:lstStyle>
            <a:lvl1pPr marL="0" indent="0">
              <a:lnSpc>
                <a:spcPct val="90000"/>
              </a:lnSpc>
              <a:buNone/>
              <a:defRPr lang="en-US" sz="27800" dirty="0">
                <a:solidFill>
                  <a:schemeClr val="accent1"/>
                </a:solidFill>
                <a:latin typeface="+mj-lt"/>
              </a:defRPr>
            </a:lvl1pPr>
          </a:lstStyle>
          <a:p>
            <a:pPr lvl="0"/>
            <a:r>
              <a:rPr lang="en-US" dirty="0"/>
              <a:t>##%</a:t>
            </a:r>
          </a:p>
        </p:txBody>
      </p:sp>
      <p:sp>
        <p:nvSpPr>
          <p:cNvPr id="8" name="Footer Placeholder 7">
            <a:extLst>
              <a:ext uri="{FF2B5EF4-FFF2-40B4-BE49-F238E27FC236}">
                <a16:creationId xmlns:a16="http://schemas.microsoft.com/office/drawing/2014/main" id="{881EFD95-05D4-9FAB-FCB7-D3A2AB29456D}"/>
              </a:ext>
            </a:extLst>
          </p:cNvPr>
          <p:cNvSpPr>
            <a:spLocks noGrp="1"/>
          </p:cNvSpPr>
          <p:nvPr>
            <p:ph type="ftr" sz="quarter" idx="15"/>
          </p:nvPr>
        </p:nvSpPr>
        <p:spPr>
          <a:xfrm>
            <a:off x="772090" y="6382512"/>
            <a:ext cx="2816835" cy="338328"/>
          </a:xfrm>
        </p:spPr>
        <p:txBody>
          <a:bodyPr/>
          <a:lstStyle/>
          <a:p>
            <a:endParaRPr lang="en-US"/>
          </a:p>
        </p:txBody>
      </p:sp>
      <p:sp>
        <p:nvSpPr>
          <p:cNvPr id="6" name="Date Placeholder 5">
            <a:extLst>
              <a:ext uri="{FF2B5EF4-FFF2-40B4-BE49-F238E27FC236}">
                <a16:creationId xmlns:a16="http://schemas.microsoft.com/office/drawing/2014/main" id="{1D5117C2-BE70-9A87-4113-2ECE3F1A43BF}"/>
              </a:ext>
            </a:extLst>
          </p:cNvPr>
          <p:cNvSpPr>
            <a:spLocks noGrp="1"/>
          </p:cNvSpPr>
          <p:nvPr>
            <p:ph type="dt" sz="half" idx="14"/>
          </p:nvPr>
        </p:nvSpPr>
        <p:spPr>
          <a:xfrm>
            <a:off x="9291411" y="6382512"/>
            <a:ext cx="1612674" cy="338328"/>
          </a:xfrm>
        </p:spPr>
        <p:txBody>
          <a:bodyPr/>
          <a:lstStyle/>
          <a:p>
            <a:fld id="{D7E3ECEC-7E7B-4FB9-BAE8-5C10F12795EA}" type="datetimeFigureOut">
              <a:rPr lang="en-US" smtClean="0"/>
              <a:t>9/7/2026</a:t>
            </a:fld>
            <a:endParaRPr lang="en-US"/>
          </a:p>
        </p:txBody>
      </p:sp>
      <p:sp>
        <p:nvSpPr>
          <p:cNvPr id="9" name="Slide Number Placeholder 8">
            <a:extLst>
              <a:ext uri="{FF2B5EF4-FFF2-40B4-BE49-F238E27FC236}">
                <a16:creationId xmlns:a16="http://schemas.microsoft.com/office/drawing/2014/main" id="{33776532-A6F1-5788-D1D1-3F91B5B3B7D7}"/>
              </a:ext>
            </a:extLst>
          </p:cNvPr>
          <p:cNvSpPr>
            <a:spLocks noGrp="1"/>
          </p:cNvSpPr>
          <p:nvPr>
            <p:ph type="sldNum" sz="quarter" idx="16"/>
          </p:nvPr>
        </p:nvSpPr>
        <p:spPr>
          <a:xfrm>
            <a:off x="11050742" y="6382512"/>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551368550"/>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4CBAD94-77D4-9CC1-DE93-BFA7FA5FBBB6}"/>
              </a:ext>
              <a:ext uri="{C183D7F6-B498-43B3-948B-1728B52AA6E4}">
                <adec:decorative xmlns:adec="http://schemas.microsoft.com/office/drawing/2017/decorative" val="1"/>
              </a:ext>
            </a:extLst>
          </p:cNvPr>
          <p:cNvSpPr/>
          <p:nvPr/>
        </p:nvSpPr>
        <p:spPr>
          <a:xfrm>
            <a:off x="772090" y="0"/>
            <a:ext cx="11419910" cy="6096000"/>
          </a:xfrm>
          <a:custGeom>
            <a:avLst/>
            <a:gdLst>
              <a:gd name="connsiteX0" fmla="*/ 0 w 11419910"/>
              <a:gd name="connsiteY0" fmla="*/ 0 h 6096000"/>
              <a:gd name="connsiteX1" fmla="*/ 11419910 w 11419910"/>
              <a:gd name="connsiteY1" fmla="*/ 0 h 6096000"/>
              <a:gd name="connsiteX2" fmla="*/ 11419910 w 11419910"/>
              <a:gd name="connsiteY2" fmla="*/ 6096000 h 6096000"/>
              <a:gd name="connsiteX3" fmla="*/ 501522 w 11419910"/>
              <a:gd name="connsiteY3" fmla="*/ 6096000 h 6096000"/>
              <a:gd name="connsiteX4" fmla="*/ 0 w 11419910"/>
              <a:gd name="connsiteY4" fmla="*/ 559447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19910" h="6096000">
                <a:moveTo>
                  <a:pt x="0" y="0"/>
                </a:moveTo>
                <a:lnTo>
                  <a:pt x="11419910" y="0"/>
                </a:lnTo>
                <a:lnTo>
                  <a:pt x="11419910" y="6096000"/>
                </a:lnTo>
                <a:lnTo>
                  <a:pt x="501522" y="6096000"/>
                </a:lnTo>
                <a:cubicBezTo>
                  <a:pt x="224539" y="6096000"/>
                  <a:pt x="0" y="5871461"/>
                  <a:pt x="0" y="5594478"/>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520575" y="863029"/>
            <a:ext cx="9383510" cy="4685017"/>
          </a:xfrm>
        </p:spPr>
        <p:txBody>
          <a:bodyPr anchor="b">
            <a:noAutofit/>
          </a:bodyPr>
          <a:lstStyle>
            <a:lvl1pPr marL="0" indent="0">
              <a:lnSpc>
                <a:spcPct val="90000"/>
              </a:lnSpc>
              <a:buNone/>
              <a:defRPr sz="6600" b="0"/>
            </a:lvl1pPr>
            <a:lvl2pPr marL="228600" indent="0">
              <a:lnSpc>
                <a:spcPct val="90000"/>
              </a:lnSpc>
              <a:buNone/>
              <a:defRPr sz="6000" b="0"/>
            </a:lvl2pPr>
            <a:lvl3pPr marL="457200" indent="0">
              <a:lnSpc>
                <a:spcPct val="90000"/>
              </a:lnSpc>
              <a:buNone/>
              <a:defRPr sz="5400" b="0"/>
            </a:lvl3pPr>
            <a:lvl4pPr marL="685800" indent="0">
              <a:lnSpc>
                <a:spcPct val="90000"/>
              </a:lnSpc>
              <a:buNone/>
              <a:defRPr sz="4800" b="0"/>
            </a:lvl4pPr>
            <a:lvl5pPr marL="914400" indent="0">
              <a:lnSpc>
                <a:spcPct val="90000"/>
              </a:lnSpc>
              <a:buNone/>
              <a:defRPr sz="4400" b="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7E3ECEC-7E7B-4FB9-BAE8-5C10F12795EA}" type="datetimeFigureOut">
              <a:rPr lang="en-US" smtClean="0"/>
              <a:t>9/7/2026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6311280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94592" y="94592"/>
            <a:ext cx="11617947" cy="5752531"/>
          </a:xfrm>
        </p:spPr>
        <p:txBody>
          <a:bodyPr anchor="t">
            <a:noAutofit/>
          </a:bodyPr>
          <a:lstStyle>
            <a:lvl1pPr marL="0" indent="0">
              <a:lnSpc>
                <a:spcPct val="90000"/>
              </a:lnSpc>
              <a:buNone/>
              <a:defRPr sz="7200" b="0" cap="all" spc="-100" baseline="0">
                <a:solidFill>
                  <a:schemeClr val="accent1"/>
                </a:solidFill>
              </a:defRPr>
            </a:lvl1pPr>
            <a:lvl2pPr marL="228600" indent="0">
              <a:lnSpc>
                <a:spcPct val="90000"/>
              </a:lnSpc>
              <a:buNone/>
              <a:defRPr sz="7200" b="0" cap="all" spc="-100" baseline="0">
                <a:solidFill>
                  <a:schemeClr val="accent1"/>
                </a:solidFill>
              </a:defRPr>
            </a:lvl2pPr>
            <a:lvl3pPr marL="457200" indent="0">
              <a:lnSpc>
                <a:spcPct val="90000"/>
              </a:lnSpc>
              <a:buNone/>
              <a:defRPr sz="7200" b="0" cap="all" spc="-100" baseline="0">
                <a:solidFill>
                  <a:schemeClr val="accent1"/>
                </a:solidFill>
              </a:defRPr>
            </a:lvl3pPr>
            <a:lvl4pPr marL="685800" indent="0">
              <a:lnSpc>
                <a:spcPct val="90000"/>
              </a:lnSpc>
              <a:buNone/>
              <a:defRPr sz="7200" b="0" cap="all" spc="-100" baseline="0">
                <a:solidFill>
                  <a:schemeClr val="accent1"/>
                </a:solidFill>
              </a:defRPr>
            </a:lvl4pPr>
            <a:lvl5pPr marL="914400" indent="0">
              <a:lnSpc>
                <a:spcPct val="90000"/>
              </a:lnSpc>
              <a:buNone/>
              <a:defRPr sz="7200" b="0" cap="all" spc="-100" baseline="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7E3ECEC-7E7B-4FB9-BAE8-5C10F12795EA}" type="datetimeFigureOut">
              <a:rPr lang="en-US" smtClean="0"/>
              <a:t>9/7/2026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82711156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0E08BE8-EB98-F551-F5ED-FE16CE82FBB9}"/>
              </a:ext>
              <a:ext uri="{C183D7F6-B498-43B3-948B-1728B52AA6E4}">
                <adec:decorative xmlns:adec="http://schemas.microsoft.com/office/drawing/2017/decorative" val="1"/>
              </a:ext>
            </a:extLst>
          </p:cNvPr>
          <p:cNvSpPr/>
          <p:nvPr/>
        </p:nvSpPr>
        <p:spPr>
          <a:xfrm>
            <a:off x="1" y="0"/>
            <a:ext cx="11139327" cy="5821522"/>
          </a:xfrm>
          <a:custGeom>
            <a:avLst/>
            <a:gdLst>
              <a:gd name="connsiteX0" fmla="*/ 0 w 11139327"/>
              <a:gd name="connsiteY0" fmla="*/ 0 h 5821522"/>
              <a:gd name="connsiteX1" fmla="*/ 11139327 w 11139327"/>
              <a:gd name="connsiteY1" fmla="*/ 0 h 5821522"/>
              <a:gd name="connsiteX2" fmla="*/ 11139327 w 11139327"/>
              <a:gd name="connsiteY2" fmla="*/ 5320000 h 5821522"/>
              <a:gd name="connsiteX3" fmla="*/ 10637805 w 11139327"/>
              <a:gd name="connsiteY3" fmla="*/ 5821522 h 5821522"/>
              <a:gd name="connsiteX4" fmla="*/ 0 w 11139327"/>
              <a:gd name="connsiteY4" fmla="*/ 5821522 h 58215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39327" h="5821522">
                <a:moveTo>
                  <a:pt x="0" y="0"/>
                </a:moveTo>
                <a:lnTo>
                  <a:pt x="11139327" y="0"/>
                </a:lnTo>
                <a:lnTo>
                  <a:pt x="11139327" y="5320000"/>
                </a:lnTo>
                <a:cubicBezTo>
                  <a:pt x="11139327" y="5596983"/>
                  <a:pt x="10914788" y="5821522"/>
                  <a:pt x="10637805" y="5821522"/>
                </a:cubicBezTo>
                <a:lnTo>
                  <a:pt x="0" y="5821522"/>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90418" y="288194"/>
            <a:ext cx="9976207" cy="5025678"/>
          </a:xfrm>
        </p:spPr>
        <p:txBody>
          <a:bodyPr anchor="t">
            <a:noAutofit/>
          </a:bodyPr>
          <a:lstStyle>
            <a:lvl1pPr marL="0" indent="0">
              <a:lnSpc>
                <a:spcPct val="90000"/>
              </a:lnSpc>
              <a:buNone/>
              <a:defRPr sz="6600" b="0" cap="all" spc="-100" baseline="0">
                <a:solidFill>
                  <a:schemeClr val="accent1"/>
                </a:solidFill>
              </a:defRPr>
            </a:lvl1pPr>
            <a:lvl2pPr marL="228600" indent="0">
              <a:lnSpc>
                <a:spcPct val="90000"/>
              </a:lnSpc>
              <a:buNone/>
              <a:defRPr sz="6600" b="0" cap="all" spc="-100" baseline="0">
                <a:solidFill>
                  <a:schemeClr val="accent1"/>
                </a:solidFill>
              </a:defRPr>
            </a:lvl2pPr>
            <a:lvl3pPr marL="457200" indent="0">
              <a:lnSpc>
                <a:spcPct val="90000"/>
              </a:lnSpc>
              <a:buNone/>
              <a:defRPr sz="6600" b="0" cap="all" spc="-100" baseline="0">
                <a:solidFill>
                  <a:schemeClr val="accent1"/>
                </a:solidFill>
              </a:defRPr>
            </a:lvl3pPr>
            <a:lvl4pPr marL="685800" indent="0">
              <a:lnSpc>
                <a:spcPct val="90000"/>
              </a:lnSpc>
              <a:buNone/>
              <a:defRPr sz="6600" b="0" cap="all" spc="-100" baseline="0">
                <a:solidFill>
                  <a:schemeClr val="accent1"/>
                </a:solidFill>
              </a:defRPr>
            </a:lvl4pPr>
            <a:lvl5pPr marL="914400" indent="0">
              <a:lnSpc>
                <a:spcPct val="90000"/>
              </a:lnSpc>
              <a:buNone/>
              <a:defRPr sz="6600" b="0" cap="all" spc="-100" baseline="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7E3ECEC-7E7B-4FB9-BAE8-5C10F12795EA}" type="datetimeFigureOut">
              <a:rPr lang="en-US" smtClean="0"/>
              <a:t>9/7/2026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766689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4">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EAB2664E-ED20-1581-CFBA-A89627E3FD59}"/>
              </a:ext>
              <a:ext uri="{C183D7F6-B498-43B3-948B-1728B52AA6E4}">
                <adec:decorative xmlns:adec="http://schemas.microsoft.com/office/drawing/2017/decorative" val="1"/>
              </a:ext>
            </a:extLst>
          </p:cNvPr>
          <p:cNvSpPr/>
          <p:nvPr/>
        </p:nvSpPr>
        <p:spPr>
          <a:xfrm>
            <a:off x="1" y="0"/>
            <a:ext cx="10719069" cy="5585244"/>
          </a:xfrm>
          <a:custGeom>
            <a:avLst/>
            <a:gdLst>
              <a:gd name="connsiteX0" fmla="*/ 0 w 10719069"/>
              <a:gd name="connsiteY0" fmla="*/ 0 h 5585244"/>
              <a:gd name="connsiteX1" fmla="*/ 10719069 w 10719069"/>
              <a:gd name="connsiteY1" fmla="*/ 0 h 5585244"/>
              <a:gd name="connsiteX2" fmla="*/ 10719069 w 10719069"/>
              <a:gd name="connsiteY2" fmla="*/ 5083722 h 5585244"/>
              <a:gd name="connsiteX3" fmla="*/ 10217547 w 10719069"/>
              <a:gd name="connsiteY3" fmla="*/ 5585244 h 5585244"/>
              <a:gd name="connsiteX4" fmla="*/ 0 w 10719069"/>
              <a:gd name="connsiteY4" fmla="*/ 5585244 h 5585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9069" h="5585244">
                <a:moveTo>
                  <a:pt x="0" y="0"/>
                </a:moveTo>
                <a:lnTo>
                  <a:pt x="10719069" y="0"/>
                </a:lnTo>
                <a:lnTo>
                  <a:pt x="10719069" y="5083722"/>
                </a:lnTo>
                <a:cubicBezTo>
                  <a:pt x="10719069" y="5360705"/>
                  <a:pt x="10494530" y="5585244"/>
                  <a:pt x="10217547" y="5585244"/>
                </a:cubicBezTo>
                <a:lnTo>
                  <a:pt x="0" y="5585244"/>
                </a:lnTo>
                <a:close/>
              </a:path>
            </a:pathLst>
          </a:cu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31515" y="606176"/>
            <a:ext cx="9339210" cy="4530904"/>
          </a:xfrm>
        </p:spPr>
        <p:txBody>
          <a:bodyPr anchor="b">
            <a:normAutofit/>
          </a:bodyPr>
          <a:lstStyle>
            <a:lvl1pPr marL="0" indent="0">
              <a:lnSpc>
                <a:spcPct val="90000"/>
              </a:lnSpc>
              <a:buNone/>
              <a:defRPr sz="6600" b="0" cap="none" baseline="0">
                <a:solidFill>
                  <a:schemeClr val="accent1"/>
                </a:solidFill>
              </a:defRPr>
            </a:lvl1pPr>
            <a:lvl2pPr marL="228600" indent="0">
              <a:lnSpc>
                <a:spcPct val="90000"/>
              </a:lnSpc>
              <a:buNone/>
              <a:defRPr sz="6000" b="0" cap="none" baseline="0">
                <a:solidFill>
                  <a:schemeClr val="accent1"/>
                </a:solidFill>
              </a:defRPr>
            </a:lvl2pPr>
            <a:lvl3pPr marL="457200" indent="0">
              <a:lnSpc>
                <a:spcPct val="90000"/>
              </a:lnSpc>
              <a:buNone/>
              <a:defRPr sz="5400" b="0" cap="none" baseline="0">
                <a:solidFill>
                  <a:schemeClr val="accent1"/>
                </a:solidFill>
              </a:defRPr>
            </a:lvl3pPr>
            <a:lvl4pPr marL="685800" indent="0">
              <a:lnSpc>
                <a:spcPct val="90000"/>
              </a:lnSpc>
              <a:buNone/>
              <a:defRPr sz="4800" b="0" cap="none" baseline="0">
                <a:solidFill>
                  <a:schemeClr val="accent1"/>
                </a:solidFill>
              </a:defRPr>
            </a:lvl4pPr>
            <a:lvl5pPr marL="914400" indent="0">
              <a:lnSpc>
                <a:spcPct val="90000"/>
              </a:lnSpc>
              <a:buNone/>
              <a:defRPr sz="4400" b="0" cap="none" baseline="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accent1"/>
                </a:solidFill>
              </a:defRPr>
            </a:lvl1p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accent1"/>
                </a:solidFill>
              </a:defRPr>
            </a:lvl1pPr>
          </a:lstStyle>
          <a:p>
            <a:fld id="{D7E3ECEC-7E7B-4FB9-BAE8-5C10F12795EA}" type="datetimeFigureOut">
              <a:rPr lang="en-US" smtClean="0"/>
              <a:t>9/7/2026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accent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366629464"/>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43032" y="1455226"/>
            <a:ext cx="10152770" cy="5065498"/>
          </a:xfrm>
        </p:spPr>
        <p:txBody>
          <a:bodyPr anchor="b">
            <a:normAutofit/>
          </a:bodyPr>
          <a:lstStyle>
            <a:lvl1pPr marL="0" indent="0">
              <a:lnSpc>
                <a:spcPct val="90000"/>
              </a:lnSpc>
              <a:buNone/>
              <a:defRPr sz="7200" b="0">
                <a:solidFill>
                  <a:schemeClr val="accent1"/>
                </a:solidFill>
              </a:defRPr>
            </a:lvl1pPr>
            <a:lvl2pPr marL="228600" indent="0">
              <a:lnSpc>
                <a:spcPct val="90000"/>
              </a:lnSpc>
              <a:buNone/>
              <a:defRPr sz="6600" b="0">
                <a:solidFill>
                  <a:schemeClr val="accent1"/>
                </a:solidFill>
              </a:defRPr>
            </a:lvl2pPr>
            <a:lvl3pPr marL="457200" indent="0">
              <a:lnSpc>
                <a:spcPct val="90000"/>
              </a:lnSpc>
              <a:buNone/>
              <a:defRPr sz="6000" b="0">
                <a:solidFill>
                  <a:schemeClr val="accent1"/>
                </a:solidFill>
              </a:defRPr>
            </a:lvl3pPr>
            <a:lvl4pPr marL="685800" indent="0">
              <a:lnSpc>
                <a:spcPct val="90000"/>
              </a:lnSpc>
              <a:buNone/>
              <a:defRPr sz="5400" b="0">
                <a:solidFill>
                  <a:schemeClr val="accent1"/>
                </a:solidFill>
              </a:defRPr>
            </a:lvl4pPr>
            <a:lvl5pPr marL="914400" indent="0">
              <a:lnSpc>
                <a:spcPct val="90000"/>
              </a:lnSpc>
              <a:buNone/>
              <a:defRPr sz="4800" b="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768096" y="64008"/>
            <a:ext cx="3569995" cy="338328"/>
          </a:xfrm>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291411" y="64008"/>
            <a:ext cx="1612674" cy="338328"/>
          </a:xfrm>
        </p:spPr>
        <p:txBody>
          <a:bodyPr/>
          <a:lstStyle/>
          <a:p>
            <a:fld id="{D7E3ECEC-7E7B-4FB9-BAE8-5C10F12795EA}" type="datetimeFigureOut">
              <a:rPr lang="en-US" smtClean="0"/>
              <a:t>9/7/2026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055096" y="64008"/>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416099522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3">
            <a:alpha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772090" y="5085707"/>
            <a:ext cx="8968722" cy="757309"/>
          </a:xfrm>
        </p:spPr>
        <p:txBody>
          <a:bodyPr anchor="t">
            <a:normAutofit/>
          </a:bodyPr>
          <a:lstStyle>
            <a:lvl1pPr>
              <a:lnSpc>
                <a:spcPct val="120000"/>
              </a:lnSpc>
              <a:defRPr sz="160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72090" y="821934"/>
            <a:ext cx="8968722" cy="3742116"/>
          </a:xfrm>
        </p:spPr>
        <p:txBody>
          <a:bodyPr anchor="t">
            <a:normAutofit/>
          </a:bodyPr>
          <a:lstStyle>
            <a:lvl1pPr marL="137160" indent="-137160">
              <a:lnSpc>
                <a:spcPct val="100000"/>
              </a:lnSpc>
              <a:spcBef>
                <a:spcPts val="0"/>
              </a:spcBef>
              <a:buNone/>
              <a:defRPr sz="6000">
                <a:solidFill>
                  <a:schemeClr val="accent1"/>
                </a:solidFill>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CB66F519-3A11-8ACC-F11B-0C5B8388C6E7}"/>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7450CCE4-9136-9EA6-8630-92DA75F38F3D}"/>
              </a:ext>
            </a:extLst>
          </p:cNvPr>
          <p:cNvSpPr>
            <a:spLocks noGrp="1"/>
          </p:cNvSpPr>
          <p:nvPr>
            <p:ph type="dt" sz="half" idx="10"/>
          </p:nvPr>
        </p:nvSpPr>
        <p:spPr/>
        <p:txBody>
          <a:bodyPr/>
          <a:lstStyle/>
          <a:p>
            <a:fld id="{D7E3ECEC-7E7B-4FB9-BAE8-5C10F12795EA}" type="datetimeFigureOut">
              <a:rPr lang="en-US" smtClean="0"/>
              <a:t>9/7/2026</a:t>
            </a:fld>
            <a:endParaRPr lang="en-US"/>
          </a:p>
        </p:txBody>
      </p:sp>
      <p:sp>
        <p:nvSpPr>
          <p:cNvPr id="5" name="Slide Number Placeholder 4">
            <a:extLst>
              <a:ext uri="{FF2B5EF4-FFF2-40B4-BE49-F238E27FC236}">
                <a16:creationId xmlns:a16="http://schemas.microsoft.com/office/drawing/2014/main" id="{3B677173-46BB-8B19-DE87-86D46A98F540}"/>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3797729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768096" y="4965192"/>
            <a:ext cx="9841113" cy="1289304"/>
          </a:xfrm>
        </p:spPr>
        <p:txBody>
          <a:bodyPr anchor="ctr">
            <a:normAutofit/>
          </a:bodyPr>
          <a:lstStyle>
            <a:lvl1pPr>
              <a:lnSpc>
                <a:spcPct val="120000"/>
              </a:lnSpc>
              <a:defRPr sz="1800" b="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72090" y="729465"/>
            <a:ext cx="9841114" cy="3814182"/>
          </a:xfrm>
        </p:spPr>
        <p:txBody>
          <a:bodyPr anchor="t">
            <a:normAutofit/>
          </a:bodyPr>
          <a:lstStyle>
            <a:lvl1pPr marL="137160" indent="-137160">
              <a:lnSpc>
                <a:spcPct val="90000"/>
              </a:lnSpc>
              <a:spcBef>
                <a:spcPts val="0"/>
              </a:spcBef>
              <a:buNone/>
              <a:defRPr sz="7200">
                <a:solidFill>
                  <a:schemeClr val="accent1"/>
                </a:solidFill>
                <a:latin typeface="+mj-lt"/>
              </a:defRPr>
            </a:lvl1pPr>
          </a:lstStyle>
          <a:p>
            <a:pPr lvl="0"/>
            <a:r>
              <a:rPr lang="en-US" dirty="0"/>
              <a:t>Click to edit Quote</a:t>
            </a:r>
          </a:p>
        </p:txBody>
      </p:sp>
      <p:sp>
        <p:nvSpPr>
          <p:cNvPr id="9" name="Footer Placeholder 8">
            <a:extLst>
              <a:ext uri="{FF2B5EF4-FFF2-40B4-BE49-F238E27FC236}">
                <a16:creationId xmlns:a16="http://schemas.microsoft.com/office/drawing/2014/main" id="{A8AE5996-C1E5-AFF0-1C20-EFDC8711799D}"/>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1554EA42-18F1-82AE-02C3-B2B2A57AD709}"/>
              </a:ext>
            </a:extLst>
          </p:cNvPr>
          <p:cNvSpPr>
            <a:spLocks noGrp="1"/>
          </p:cNvSpPr>
          <p:nvPr>
            <p:ph type="dt" sz="half" idx="14"/>
          </p:nvPr>
        </p:nvSpPr>
        <p:spPr/>
        <p:txBody>
          <a:bodyPr/>
          <a:lstStyle/>
          <a:p>
            <a:fld id="{D7E3ECEC-7E7B-4FB9-BAE8-5C10F12795EA}" type="datetimeFigureOut">
              <a:rPr lang="en-US" smtClean="0"/>
              <a:t>9/7/2026</a:t>
            </a:fld>
            <a:endParaRPr lang="en-US"/>
          </a:p>
        </p:txBody>
      </p:sp>
      <p:sp>
        <p:nvSpPr>
          <p:cNvPr id="10" name="Slide Number Placeholder 9">
            <a:extLst>
              <a:ext uri="{FF2B5EF4-FFF2-40B4-BE49-F238E27FC236}">
                <a16:creationId xmlns:a16="http://schemas.microsoft.com/office/drawing/2014/main" id="{4A8ACF18-7D60-FEE3-1B8D-6E5F51611A84}"/>
              </a:ext>
            </a:extLst>
          </p:cNvPr>
          <p:cNvSpPr>
            <a:spLocks noGrp="1"/>
          </p:cNvSpPr>
          <p:nvPr>
            <p:ph type="sldNum" sz="quarter" idx="16"/>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55012340"/>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3">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243F357D-01B6-71AD-58FF-26C551B8D6F8}"/>
              </a:ext>
              <a:ext uri="{C183D7F6-B498-43B3-948B-1728B52AA6E4}">
                <adec:decorative xmlns:adec="http://schemas.microsoft.com/office/drawing/2017/decorative" val="1"/>
              </a:ext>
            </a:extLst>
          </p:cNvPr>
          <p:cNvSpPr/>
          <p:nvPr/>
        </p:nvSpPr>
        <p:spPr>
          <a:xfrm rot="10800000" flipH="1">
            <a:off x="0" y="5155892"/>
            <a:ext cx="11468099" cy="1702107"/>
          </a:xfrm>
          <a:custGeom>
            <a:avLst/>
            <a:gdLst>
              <a:gd name="connsiteX0" fmla="*/ 10322569 w 10836926"/>
              <a:gd name="connsiteY0" fmla="*/ 1702107 h 1702107"/>
              <a:gd name="connsiteX1" fmla="*/ 0 w 10836926"/>
              <a:gd name="connsiteY1" fmla="*/ 1702107 h 1702107"/>
              <a:gd name="connsiteX2" fmla="*/ 0 w 10836926"/>
              <a:gd name="connsiteY2" fmla="*/ 0 h 1702107"/>
              <a:gd name="connsiteX3" fmla="*/ 10836926 w 10836926"/>
              <a:gd name="connsiteY3" fmla="*/ 0 h 1702107"/>
              <a:gd name="connsiteX4" fmla="*/ 10836926 w 10836926"/>
              <a:gd name="connsiteY4" fmla="*/ 1187751 h 1702107"/>
              <a:gd name="connsiteX5" fmla="*/ 10322569 w 10836926"/>
              <a:gd name="connsiteY5" fmla="*/ 1702107 h 1702107"/>
              <a:gd name="connsiteX0" fmla="*/ 10990389 w 11504746"/>
              <a:gd name="connsiteY0" fmla="*/ 1702107 h 1702107"/>
              <a:gd name="connsiteX1" fmla="*/ 0 w 11504746"/>
              <a:gd name="connsiteY1" fmla="*/ 1702107 h 1702107"/>
              <a:gd name="connsiteX2" fmla="*/ 667820 w 11504746"/>
              <a:gd name="connsiteY2" fmla="*/ 0 h 1702107"/>
              <a:gd name="connsiteX3" fmla="*/ 11504746 w 11504746"/>
              <a:gd name="connsiteY3" fmla="*/ 0 h 1702107"/>
              <a:gd name="connsiteX4" fmla="*/ 11504746 w 11504746"/>
              <a:gd name="connsiteY4" fmla="*/ 1187751 h 1702107"/>
              <a:gd name="connsiteX5" fmla="*/ 10990389 w 11504746"/>
              <a:gd name="connsiteY5" fmla="*/ 1702107 h 1702107"/>
              <a:gd name="connsiteX0" fmla="*/ 11000664 w 11515021"/>
              <a:gd name="connsiteY0" fmla="*/ 1702107 h 1702107"/>
              <a:gd name="connsiteX1" fmla="*/ 10275 w 11515021"/>
              <a:gd name="connsiteY1" fmla="*/ 1702107 h 1702107"/>
              <a:gd name="connsiteX2" fmla="*/ 0 w 11515021"/>
              <a:gd name="connsiteY2" fmla="*/ 0 h 1702107"/>
              <a:gd name="connsiteX3" fmla="*/ 11515021 w 11515021"/>
              <a:gd name="connsiteY3" fmla="*/ 0 h 1702107"/>
              <a:gd name="connsiteX4" fmla="*/ 11515021 w 11515021"/>
              <a:gd name="connsiteY4" fmla="*/ 1187751 h 1702107"/>
              <a:gd name="connsiteX5" fmla="*/ 11000664 w 11515021"/>
              <a:gd name="connsiteY5" fmla="*/ 1702107 h 1702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5021" h="1702107">
                <a:moveTo>
                  <a:pt x="11000664" y="1702107"/>
                </a:moveTo>
                <a:lnTo>
                  <a:pt x="10275" y="1702107"/>
                </a:lnTo>
                <a:lnTo>
                  <a:pt x="0" y="0"/>
                </a:lnTo>
                <a:lnTo>
                  <a:pt x="11515021" y="0"/>
                </a:lnTo>
                <a:lnTo>
                  <a:pt x="11515021" y="1187751"/>
                </a:lnTo>
                <a:cubicBezTo>
                  <a:pt x="11515021" y="1471822"/>
                  <a:pt x="11284736" y="1702107"/>
                  <a:pt x="11000664" y="1702107"/>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1438381" y="5684948"/>
            <a:ext cx="9060691" cy="643997"/>
          </a:xfrm>
        </p:spPr>
        <p:txBody>
          <a:bodyPr anchor="ctr">
            <a:normAutofit/>
          </a:bodyPr>
          <a:lstStyle>
            <a:lvl1pPr algn="r">
              <a:lnSpc>
                <a:spcPct val="120000"/>
              </a:lnSpc>
              <a:defRPr sz="160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1438382" y="1027417"/>
            <a:ext cx="9060691" cy="3400746"/>
          </a:xfrm>
        </p:spPr>
        <p:txBody>
          <a:bodyPr anchor="ctr">
            <a:normAutofit/>
          </a:bodyPr>
          <a:lstStyle>
            <a:lvl1pPr marL="137160" indent="-137160">
              <a:lnSpc>
                <a:spcPct val="100000"/>
              </a:lnSpc>
              <a:spcBef>
                <a:spcPts val="0"/>
              </a:spcBef>
              <a:buNone/>
              <a:defRPr sz="4800">
                <a:solidFill>
                  <a:schemeClr val="accent1"/>
                </a:solidFill>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CB66F519-3A11-8ACC-F11B-0C5B8388C6E7}"/>
              </a:ext>
            </a:extLst>
          </p:cNvPr>
          <p:cNvSpPr>
            <a:spLocks noGrp="1"/>
          </p:cNvSpPr>
          <p:nvPr>
            <p:ph type="ftr" sz="quarter" idx="11"/>
          </p:nvPr>
        </p:nvSpPr>
        <p:spPr>
          <a:xfrm>
            <a:off x="772090" y="6382512"/>
            <a:ext cx="2816835" cy="338328"/>
          </a:xfrm>
        </p:spPr>
        <p:txBody>
          <a:bodyPr/>
          <a:lstStyle/>
          <a:p>
            <a:endParaRPr lang="en-US"/>
          </a:p>
        </p:txBody>
      </p:sp>
      <p:sp>
        <p:nvSpPr>
          <p:cNvPr id="3" name="Date Placeholder 2">
            <a:extLst>
              <a:ext uri="{FF2B5EF4-FFF2-40B4-BE49-F238E27FC236}">
                <a16:creationId xmlns:a16="http://schemas.microsoft.com/office/drawing/2014/main" id="{7450CCE4-9136-9EA6-8630-92DA75F38F3D}"/>
              </a:ext>
            </a:extLst>
          </p:cNvPr>
          <p:cNvSpPr>
            <a:spLocks noGrp="1"/>
          </p:cNvSpPr>
          <p:nvPr>
            <p:ph type="dt" sz="half" idx="10"/>
          </p:nvPr>
        </p:nvSpPr>
        <p:spPr>
          <a:xfrm>
            <a:off x="9291411" y="6382512"/>
            <a:ext cx="1612674" cy="338328"/>
          </a:xfrm>
        </p:spPr>
        <p:txBody>
          <a:bodyPr/>
          <a:lstStyle/>
          <a:p>
            <a:fld id="{D7E3ECEC-7E7B-4FB9-BAE8-5C10F12795EA}" type="datetimeFigureOut">
              <a:rPr lang="en-US" smtClean="0"/>
              <a:t>9/7/2026</a:t>
            </a:fld>
            <a:endParaRPr lang="en-US"/>
          </a:p>
        </p:txBody>
      </p:sp>
      <p:sp>
        <p:nvSpPr>
          <p:cNvPr id="5" name="Slide Number Placeholder 4">
            <a:extLst>
              <a:ext uri="{FF2B5EF4-FFF2-40B4-BE49-F238E27FC236}">
                <a16:creationId xmlns:a16="http://schemas.microsoft.com/office/drawing/2014/main" id="{3B677173-46BB-8B19-DE87-86D46A98F540}"/>
              </a:ext>
            </a:extLst>
          </p:cNvPr>
          <p:cNvSpPr>
            <a:spLocks noGrp="1"/>
          </p:cNvSpPr>
          <p:nvPr>
            <p:ph type="sldNum" sz="quarter" idx="12"/>
          </p:nvPr>
        </p:nvSpPr>
        <p:spPr>
          <a:xfrm>
            <a:off x="11050742" y="6382512"/>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4086409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4">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ADA777E9-52E4-B265-D19D-C179BB567FA4}"/>
              </a:ext>
              <a:ext uri="{C183D7F6-B498-43B3-948B-1728B52AA6E4}">
                <adec:decorative xmlns:adec="http://schemas.microsoft.com/office/drawing/2017/decorative" val="1"/>
              </a:ext>
            </a:extLst>
          </p:cNvPr>
          <p:cNvSpPr/>
          <p:nvPr/>
        </p:nvSpPr>
        <p:spPr>
          <a:xfrm>
            <a:off x="0" y="0"/>
            <a:ext cx="10809939" cy="5148072"/>
          </a:xfrm>
          <a:custGeom>
            <a:avLst/>
            <a:gdLst>
              <a:gd name="connsiteX0" fmla="*/ 0 w 10809939"/>
              <a:gd name="connsiteY0" fmla="*/ 0 h 5148072"/>
              <a:gd name="connsiteX1" fmla="*/ 10809939 w 10809939"/>
              <a:gd name="connsiteY1" fmla="*/ 0 h 5148072"/>
              <a:gd name="connsiteX2" fmla="*/ 10809939 w 10809939"/>
              <a:gd name="connsiteY2" fmla="*/ 4646550 h 5148072"/>
              <a:gd name="connsiteX3" fmla="*/ 10308417 w 10809939"/>
              <a:gd name="connsiteY3" fmla="*/ 5148072 h 5148072"/>
              <a:gd name="connsiteX4" fmla="*/ 0 w 10809939"/>
              <a:gd name="connsiteY4" fmla="*/ 5148072 h 51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9939" h="5148072">
                <a:moveTo>
                  <a:pt x="0" y="0"/>
                </a:moveTo>
                <a:lnTo>
                  <a:pt x="10809939" y="0"/>
                </a:lnTo>
                <a:lnTo>
                  <a:pt x="10809939" y="4646550"/>
                </a:lnTo>
                <a:cubicBezTo>
                  <a:pt x="10809939" y="4923533"/>
                  <a:pt x="10585400" y="5148072"/>
                  <a:pt x="10308417" y="5148072"/>
                </a:cubicBezTo>
                <a:lnTo>
                  <a:pt x="0" y="5148072"/>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767446" y="5518298"/>
            <a:ext cx="8964384" cy="818494"/>
          </a:xfrm>
        </p:spPr>
        <p:txBody>
          <a:bodyPr anchor="ctr">
            <a:normAutofit/>
          </a:bodyPr>
          <a:lstStyle>
            <a:lvl1pPr>
              <a:lnSpc>
                <a:spcPct val="120000"/>
              </a:lnSpc>
              <a:defRPr sz="1600" b="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67446" y="750013"/>
            <a:ext cx="8733760" cy="3800721"/>
          </a:xfrm>
        </p:spPr>
        <p:txBody>
          <a:bodyPr anchor="t">
            <a:normAutofit/>
          </a:bodyPr>
          <a:lstStyle>
            <a:lvl1pPr marL="137160" indent="-137160">
              <a:lnSpc>
                <a:spcPct val="90000"/>
              </a:lnSpc>
              <a:spcBef>
                <a:spcPts val="0"/>
              </a:spcBef>
              <a:buNone/>
              <a:defRPr sz="5400">
                <a:solidFill>
                  <a:schemeClr val="accent1"/>
                </a:solidFill>
                <a:latin typeface="+mj-lt"/>
              </a:defRPr>
            </a:lvl1pPr>
          </a:lstStyle>
          <a:p>
            <a:pPr lvl="0"/>
            <a:r>
              <a:rPr lang="en-US" dirty="0"/>
              <a:t>Click to edit Quote</a:t>
            </a:r>
          </a:p>
        </p:txBody>
      </p:sp>
      <p:sp>
        <p:nvSpPr>
          <p:cNvPr id="8" name="Footer Placeholder 7">
            <a:extLst>
              <a:ext uri="{FF2B5EF4-FFF2-40B4-BE49-F238E27FC236}">
                <a16:creationId xmlns:a16="http://schemas.microsoft.com/office/drawing/2014/main" id="{0AD62116-941C-252B-AE63-2508CE4FDD3F}"/>
              </a:ext>
            </a:extLst>
          </p:cNvPr>
          <p:cNvSpPr>
            <a:spLocks noGrp="1"/>
          </p:cNvSpPr>
          <p:nvPr>
            <p:ph type="ftr" sz="quarter" idx="15"/>
          </p:nvPr>
        </p:nvSpPr>
        <p:spPr>
          <a:xfrm>
            <a:off x="772090" y="6382512"/>
            <a:ext cx="2816835" cy="338328"/>
          </a:xfrm>
        </p:spPr>
        <p:txBody>
          <a:bodyPr/>
          <a:lstStyle/>
          <a:p>
            <a:endParaRPr lang="en-US"/>
          </a:p>
        </p:txBody>
      </p:sp>
      <p:sp>
        <p:nvSpPr>
          <p:cNvPr id="6" name="Date Placeholder 5">
            <a:extLst>
              <a:ext uri="{FF2B5EF4-FFF2-40B4-BE49-F238E27FC236}">
                <a16:creationId xmlns:a16="http://schemas.microsoft.com/office/drawing/2014/main" id="{23547C88-24DC-DAA1-274D-9715ED6805BC}"/>
              </a:ext>
            </a:extLst>
          </p:cNvPr>
          <p:cNvSpPr>
            <a:spLocks noGrp="1"/>
          </p:cNvSpPr>
          <p:nvPr>
            <p:ph type="dt" sz="half" idx="14"/>
          </p:nvPr>
        </p:nvSpPr>
        <p:spPr>
          <a:xfrm>
            <a:off x="9291411" y="6382512"/>
            <a:ext cx="1612674" cy="338328"/>
          </a:xfrm>
        </p:spPr>
        <p:txBody>
          <a:bodyPr/>
          <a:lstStyle/>
          <a:p>
            <a:fld id="{D7E3ECEC-7E7B-4FB9-BAE8-5C10F12795EA}" type="datetimeFigureOut">
              <a:rPr lang="en-US" smtClean="0"/>
              <a:t>9/7/2026</a:t>
            </a:fld>
            <a:endParaRPr lang="en-US"/>
          </a:p>
        </p:txBody>
      </p:sp>
      <p:sp>
        <p:nvSpPr>
          <p:cNvPr id="10" name="Slide Number Placeholder 9">
            <a:extLst>
              <a:ext uri="{FF2B5EF4-FFF2-40B4-BE49-F238E27FC236}">
                <a16:creationId xmlns:a16="http://schemas.microsoft.com/office/drawing/2014/main" id="{A921AC9D-428B-1CE3-499F-1289B47D5F26}"/>
              </a:ext>
            </a:extLst>
          </p:cNvPr>
          <p:cNvSpPr>
            <a:spLocks noGrp="1"/>
          </p:cNvSpPr>
          <p:nvPr>
            <p:ph type="sldNum" sz="quarter" idx="16"/>
          </p:nvPr>
        </p:nvSpPr>
        <p:spPr>
          <a:xfrm>
            <a:off x="11050742" y="6382512"/>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76821676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5">
    <p:bg>
      <p:bgPr>
        <a:solidFill>
          <a:schemeClr val="accent3">
            <a:alpha val="6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0EBA2EC2-4347-818C-501D-DEEA9CA0D13B}"/>
              </a:ext>
              <a:ext uri="{C183D7F6-B498-43B3-948B-1728B52AA6E4}">
                <adec:decorative xmlns:adec="http://schemas.microsoft.com/office/drawing/2017/decorative" val="1"/>
              </a:ext>
            </a:extLst>
          </p:cNvPr>
          <p:cNvSpPr/>
          <p:nvPr/>
        </p:nvSpPr>
        <p:spPr>
          <a:xfrm>
            <a:off x="1" y="-1"/>
            <a:ext cx="10809939" cy="5617255"/>
          </a:xfrm>
          <a:custGeom>
            <a:avLst/>
            <a:gdLst>
              <a:gd name="connsiteX0" fmla="*/ 0 w 10809939"/>
              <a:gd name="connsiteY0" fmla="*/ 0 h 5638868"/>
              <a:gd name="connsiteX1" fmla="*/ 10809939 w 10809939"/>
              <a:gd name="connsiteY1" fmla="*/ 0 h 5638868"/>
              <a:gd name="connsiteX2" fmla="*/ 10809939 w 10809939"/>
              <a:gd name="connsiteY2" fmla="*/ 5116914 h 5638868"/>
              <a:gd name="connsiteX3" fmla="*/ 10287986 w 10809939"/>
              <a:gd name="connsiteY3" fmla="*/ 5638868 h 5638868"/>
              <a:gd name="connsiteX4" fmla="*/ 0 w 10809939"/>
              <a:gd name="connsiteY4" fmla="*/ 5638868 h 563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9939" h="5638868">
                <a:moveTo>
                  <a:pt x="0" y="0"/>
                </a:moveTo>
                <a:lnTo>
                  <a:pt x="10809939" y="0"/>
                </a:lnTo>
                <a:lnTo>
                  <a:pt x="10809939" y="5116914"/>
                </a:lnTo>
                <a:cubicBezTo>
                  <a:pt x="10809939" y="5405181"/>
                  <a:pt x="10576253" y="5638868"/>
                  <a:pt x="10287986" y="5638868"/>
                </a:cubicBezTo>
                <a:lnTo>
                  <a:pt x="0" y="5638868"/>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2876765" y="4318612"/>
            <a:ext cx="7364515" cy="996027"/>
          </a:xfrm>
        </p:spPr>
        <p:txBody>
          <a:bodyPr anchor="ctr">
            <a:normAutofit/>
          </a:bodyPr>
          <a:lstStyle>
            <a:lvl1pPr algn="r">
              <a:lnSpc>
                <a:spcPct val="120000"/>
              </a:lnSpc>
              <a:defRPr sz="1400" b="0" spc="100" baseline="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68096" y="647700"/>
            <a:ext cx="9473184" cy="3670912"/>
          </a:xfrm>
        </p:spPr>
        <p:txBody>
          <a:bodyPr anchor="ctr">
            <a:normAutofit/>
          </a:bodyPr>
          <a:lstStyle>
            <a:lvl1pPr marL="137160" indent="-137160">
              <a:lnSpc>
                <a:spcPct val="100000"/>
              </a:lnSpc>
              <a:spcBef>
                <a:spcPts val="0"/>
              </a:spcBef>
              <a:buNone/>
              <a:defRPr sz="4800">
                <a:solidFill>
                  <a:schemeClr val="tx2"/>
                </a:solidFill>
                <a:latin typeface="+mj-lt"/>
              </a:defRPr>
            </a:lvl1pPr>
          </a:lstStyle>
          <a:p>
            <a:pPr lvl="0"/>
            <a:r>
              <a:rPr lang="en-US" dirty="0"/>
              <a:t>Click to edit Quote</a:t>
            </a:r>
          </a:p>
        </p:txBody>
      </p:sp>
      <p:sp>
        <p:nvSpPr>
          <p:cNvPr id="12" name="Footer Placeholder 11">
            <a:extLst>
              <a:ext uri="{FF2B5EF4-FFF2-40B4-BE49-F238E27FC236}">
                <a16:creationId xmlns:a16="http://schemas.microsoft.com/office/drawing/2014/main" id="{B68D110F-CED3-F33A-EDD7-57811187B5A8}"/>
              </a:ext>
            </a:extLst>
          </p:cNvPr>
          <p:cNvSpPr>
            <a:spLocks noGrp="1"/>
          </p:cNvSpPr>
          <p:nvPr>
            <p:ph type="ftr" sz="quarter" idx="15"/>
          </p:nvPr>
        </p:nvSpPr>
        <p:spPr/>
        <p:txBody>
          <a:bodyPr/>
          <a:lstStyle/>
          <a:p>
            <a:endParaRPr lang="en-US"/>
          </a:p>
        </p:txBody>
      </p:sp>
      <p:sp>
        <p:nvSpPr>
          <p:cNvPr id="11" name="Date Placeholder 10">
            <a:extLst>
              <a:ext uri="{FF2B5EF4-FFF2-40B4-BE49-F238E27FC236}">
                <a16:creationId xmlns:a16="http://schemas.microsoft.com/office/drawing/2014/main" id="{1BE1F328-2362-9468-2593-BAF90BE9CEB0}"/>
              </a:ext>
            </a:extLst>
          </p:cNvPr>
          <p:cNvSpPr>
            <a:spLocks noGrp="1"/>
          </p:cNvSpPr>
          <p:nvPr>
            <p:ph type="dt" sz="half" idx="14"/>
          </p:nvPr>
        </p:nvSpPr>
        <p:spPr/>
        <p:txBody>
          <a:bodyPr/>
          <a:lstStyle/>
          <a:p>
            <a:fld id="{D7E3ECEC-7E7B-4FB9-BAE8-5C10F12795EA}" type="datetimeFigureOut">
              <a:rPr lang="en-US" smtClean="0"/>
              <a:t>9/7/2026</a:t>
            </a:fld>
            <a:endParaRPr lang="en-US"/>
          </a:p>
        </p:txBody>
      </p:sp>
      <p:sp>
        <p:nvSpPr>
          <p:cNvPr id="13" name="Slide Number Placeholder 12">
            <a:extLst>
              <a:ext uri="{FF2B5EF4-FFF2-40B4-BE49-F238E27FC236}">
                <a16:creationId xmlns:a16="http://schemas.microsoft.com/office/drawing/2014/main" id="{DADE9A5F-3A0A-29A6-E008-BCCF7C3761BD}"/>
              </a:ext>
            </a:extLst>
          </p:cNvPr>
          <p:cNvSpPr>
            <a:spLocks noGrp="1"/>
          </p:cNvSpPr>
          <p:nvPr>
            <p:ph type="sldNum" sz="quarter" idx="16"/>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61243302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10706100" cy="674908"/>
          </a:xfrm>
        </p:spPr>
        <p:txBody>
          <a:bodyPr anchor="t"/>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4B07B2D7-7718-3EA4-C727-BB98633A6739}"/>
              </a:ext>
            </a:extLst>
          </p:cNvPr>
          <p:cNvSpPr>
            <a:spLocks noGrp="1"/>
          </p:cNvSpPr>
          <p:nvPr>
            <p:ph sz="quarter" idx="15"/>
          </p:nvPr>
        </p:nvSpPr>
        <p:spPr>
          <a:xfrm>
            <a:off x="762000" y="1802352"/>
            <a:ext cx="5070020" cy="4293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EB1D51A5-7ABE-E37E-E3A4-3AF4A8448510}"/>
              </a:ext>
            </a:extLst>
          </p:cNvPr>
          <p:cNvSpPr>
            <a:spLocks noGrp="1"/>
          </p:cNvSpPr>
          <p:nvPr>
            <p:ph sz="quarter" idx="16"/>
          </p:nvPr>
        </p:nvSpPr>
        <p:spPr>
          <a:xfrm>
            <a:off x="6394099" y="1802352"/>
            <a:ext cx="5070021" cy="4293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9/7/2026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79219530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770626" y="822960"/>
            <a:ext cx="10697475" cy="550367"/>
          </a:xfrm>
        </p:spPr>
        <p:txBody>
          <a:bodyPr anchor="t"/>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65379" y="1380744"/>
            <a:ext cx="5086659"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0E49B3C-8832-0263-2ACE-16444014FC2C}"/>
              </a:ext>
            </a:extLst>
          </p:cNvPr>
          <p:cNvSpPr>
            <a:spLocks noGrp="1"/>
          </p:cNvSpPr>
          <p:nvPr>
            <p:ph sz="quarter" idx="15"/>
          </p:nvPr>
        </p:nvSpPr>
        <p:spPr>
          <a:xfrm>
            <a:off x="765825" y="2020888"/>
            <a:ext cx="5086349" cy="4227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086659"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F5D88C15-4359-3F27-9B17-CB9581414F72}"/>
              </a:ext>
            </a:extLst>
          </p:cNvPr>
          <p:cNvSpPr>
            <a:spLocks noGrp="1"/>
          </p:cNvSpPr>
          <p:nvPr>
            <p:ph sz="quarter" idx="16"/>
          </p:nvPr>
        </p:nvSpPr>
        <p:spPr>
          <a:xfrm>
            <a:off x="6381751" y="2020888"/>
            <a:ext cx="5086350" cy="4227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D7E3ECEC-7E7B-4FB9-BAE8-5C10F12795EA}" type="datetimeFigureOut">
              <a:rPr lang="en-US" smtClean="0"/>
              <a:t>9/7/2026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4329676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770626" y="822960"/>
            <a:ext cx="10698480" cy="828594"/>
          </a:xfrm>
        </p:spPr>
        <p:txBody>
          <a:bodyPr anchor="t"/>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D7E3ECEC-7E7B-4FB9-BAE8-5C10F12795EA}" type="datetimeFigureOut">
              <a:rPr lang="en-US" smtClean="0"/>
              <a:t>9/7/2026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5664781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D7E3ECEC-7E7B-4FB9-BAE8-5C10F12795EA}" type="datetimeFigureOut">
              <a:rPr lang="en-US" smtClean="0"/>
              <a:t>9/7/2026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068622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68096" y="822960"/>
            <a:ext cx="3195484" cy="1504164"/>
          </a:xfrm>
        </p:spPr>
        <p:txBody>
          <a:bodyPr anchor="t">
            <a:normAutofit/>
          </a:bodyPr>
          <a:lstStyle>
            <a:lvl1pPr>
              <a:defRPr sz="2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68096" y="2311121"/>
            <a:ext cx="3195484" cy="3784879"/>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99805" y="836762"/>
            <a:ext cx="6568296" cy="525923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D7E3ECEC-7E7B-4FB9-BAE8-5C10F12795EA}" type="datetimeFigureOut">
              <a:rPr lang="en-US" smtClean="0"/>
              <a:t>9/7/2026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0588739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72091" y="822960"/>
            <a:ext cx="3041598" cy="1968931"/>
          </a:xfrm>
        </p:spPr>
        <p:txBody>
          <a:bodyPr anchor="t">
            <a:normAutofit/>
          </a:bodyPr>
          <a:lstStyle>
            <a:lvl1pPr>
              <a:defRPr sz="2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768096" y="3147059"/>
            <a:ext cx="3041597" cy="2762035"/>
          </a:xfrm>
        </p:spPr>
        <p:txBody>
          <a:bodyPr vert="horz" lIns="91440" tIns="45720" rIns="91440" bIns="45720" rtlCol="0" anchor="b">
            <a:normAutofit/>
          </a:bodyPr>
          <a:lstStyle>
            <a:lvl1pPr marL="0" indent="0">
              <a:buNone/>
              <a:defRPr lang="en-US" sz="1600" dirty="0"/>
            </a:lvl1pPr>
          </a:lstStyle>
          <a:p>
            <a:pPr lvl="0"/>
            <a:r>
              <a:rPr lang="en-US"/>
              <a:t>Click to edit Master text styles</a:t>
            </a:r>
          </a:p>
        </p:txBody>
      </p:sp>
      <p:sp>
        <p:nvSpPr>
          <p:cNvPr id="9" name="Picture Placeholder 9">
            <a:extLst>
              <a:ext uri="{FF2B5EF4-FFF2-40B4-BE49-F238E27FC236}">
                <a16:creationId xmlns:a16="http://schemas.microsoft.com/office/drawing/2014/main" id="{75E80A04-FEAF-D5E8-F208-D79F5852407B}"/>
              </a:ext>
            </a:extLst>
          </p:cNvPr>
          <p:cNvSpPr>
            <a:spLocks noGrp="1"/>
          </p:cNvSpPr>
          <p:nvPr>
            <p:ph type="pic" sz="quarter" idx="13" hasCustomPrompt="1"/>
          </p:nvPr>
        </p:nvSpPr>
        <p:spPr>
          <a:xfrm>
            <a:off x="4502844" y="0"/>
            <a:ext cx="7689157" cy="6096000"/>
          </a:xfrm>
          <a:custGeom>
            <a:avLst/>
            <a:gdLst>
              <a:gd name="connsiteX0" fmla="*/ 0 w 7689157"/>
              <a:gd name="connsiteY0" fmla="*/ 0 h 6096000"/>
              <a:gd name="connsiteX1" fmla="*/ 7689157 w 7689157"/>
              <a:gd name="connsiteY1" fmla="*/ 0 h 6096000"/>
              <a:gd name="connsiteX2" fmla="*/ 7689157 w 7689157"/>
              <a:gd name="connsiteY2" fmla="*/ 6096000 h 6096000"/>
              <a:gd name="connsiteX3" fmla="*/ 501522 w 7689157"/>
              <a:gd name="connsiteY3" fmla="*/ 6096000 h 6096000"/>
              <a:gd name="connsiteX4" fmla="*/ 0 w 7689157"/>
              <a:gd name="connsiteY4" fmla="*/ 559447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096000">
                <a:moveTo>
                  <a:pt x="0" y="0"/>
                </a:moveTo>
                <a:lnTo>
                  <a:pt x="7689157" y="0"/>
                </a:lnTo>
                <a:lnTo>
                  <a:pt x="7689157" y="6096000"/>
                </a:lnTo>
                <a:lnTo>
                  <a:pt x="501522" y="6096000"/>
                </a:lnTo>
                <a:cubicBezTo>
                  <a:pt x="224539" y="6096000"/>
                  <a:pt x="0" y="5871461"/>
                  <a:pt x="0" y="5594478"/>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D7E3ECEC-7E7B-4FB9-BAE8-5C10F12795EA}" type="datetimeFigureOut">
              <a:rPr lang="en-US" smtClean="0"/>
              <a:t>9/7/2026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58064735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A6492530-7F0F-7B93-27A9-6F68FAF54390}"/>
              </a:ext>
              <a:ext uri="{C183D7F6-B498-43B3-948B-1728B52AA6E4}">
                <adec:decorative xmlns:adec="http://schemas.microsoft.com/office/drawing/2017/decorative" val="1"/>
              </a:ext>
            </a:extLst>
          </p:cNvPr>
          <p:cNvSpPr/>
          <p:nvPr/>
        </p:nvSpPr>
        <p:spPr>
          <a:xfrm rot="10800000">
            <a:off x="762000" y="2880691"/>
            <a:ext cx="11430000" cy="3977309"/>
          </a:xfrm>
          <a:custGeom>
            <a:avLst/>
            <a:gdLst>
              <a:gd name="connsiteX0" fmla="*/ 0 w 11468099"/>
              <a:gd name="connsiteY0" fmla="*/ 4053508 h 4053508"/>
              <a:gd name="connsiteX1" fmla="*/ 10946146 w 11468099"/>
              <a:gd name="connsiteY1" fmla="*/ 4043963 h 4053508"/>
              <a:gd name="connsiteX2" fmla="*/ 11468099 w 11468099"/>
              <a:gd name="connsiteY2" fmla="*/ 3522009 h 4053508"/>
              <a:gd name="connsiteX3" fmla="*/ 11468099 w 11468099"/>
              <a:gd name="connsiteY3" fmla="*/ 0 h 4053508"/>
              <a:gd name="connsiteX4" fmla="*/ 0 w 11468099"/>
              <a:gd name="connsiteY4" fmla="*/ 0 h 4053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099" h="4053508">
                <a:moveTo>
                  <a:pt x="0" y="4053508"/>
                </a:moveTo>
                <a:lnTo>
                  <a:pt x="10946146" y="4043963"/>
                </a:lnTo>
                <a:cubicBezTo>
                  <a:pt x="11234413" y="4043963"/>
                  <a:pt x="11468099" y="3810276"/>
                  <a:pt x="11468099" y="3522009"/>
                </a:cubicBezTo>
                <a:lnTo>
                  <a:pt x="11468099" y="0"/>
                </a:lnTo>
                <a:lnTo>
                  <a:pt x="0" y="0"/>
                </a:lnTo>
                <a:close/>
              </a:path>
            </a:pathLst>
          </a:cu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7800" y="190500"/>
            <a:ext cx="11843238" cy="2057400"/>
          </a:xfrm>
        </p:spPr>
        <p:txBody>
          <a:bodyPr anchor="t">
            <a:noAutofit/>
          </a:bodyPr>
          <a:lstStyle>
            <a:lvl1pPr>
              <a:defRPr sz="8800">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398813" y="3505199"/>
            <a:ext cx="10044665" cy="2667000"/>
          </a:xfrm>
        </p:spPr>
        <p:txBody>
          <a:bodyPr vert="horz" lIns="91440" tIns="45720" rIns="91440" bIns="45720" rtlCol="0">
            <a:normAutofit/>
          </a:bodyPr>
          <a:lstStyle>
            <a:lvl1pPr marL="0" indent="0">
              <a:buNone/>
              <a:defRPr lang="en-US" sz="1400" dirty="0"/>
            </a:lvl1pPr>
            <a:lvl2pPr marL="228600" indent="0">
              <a:buNone/>
              <a:defRPr lang="en-US" sz="1400" dirty="0"/>
            </a:lvl2pPr>
            <a:lvl3pPr marL="457200" indent="0">
              <a:buNone/>
              <a:defRPr lang="en-US" sz="1200" dirty="0"/>
            </a:lvl3pPr>
            <a:lvl4pPr marL="685800" indent="0">
              <a:buNone/>
              <a:defRPr lang="en-US" sz="1200" dirty="0"/>
            </a:lvl4pPr>
            <a:lvl5pPr marL="914400" indent="0">
              <a:buNone/>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398813" y="6329172"/>
            <a:ext cx="2816835" cy="338328"/>
          </a:xfrm>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9/7/2026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536436276"/>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B07D4EEB-8B0C-3EA1-DB0C-896A8F0C8621}"/>
              </a:ext>
              <a:ext uri="{C183D7F6-B498-43B3-948B-1728B52AA6E4}">
                <adec:decorative xmlns:adec="http://schemas.microsoft.com/office/drawing/2017/decorative" val="1"/>
              </a:ext>
            </a:extLst>
          </p:cNvPr>
          <p:cNvSpPr/>
          <p:nvPr/>
        </p:nvSpPr>
        <p:spPr>
          <a:xfrm rot="10800000">
            <a:off x="2677737" y="2952545"/>
            <a:ext cx="9514262" cy="3905455"/>
          </a:xfrm>
          <a:custGeom>
            <a:avLst/>
            <a:gdLst>
              <a:gd name="connsiteX0" fmla="*/ 0 w 9514262"/>
              <a:gd name="connsiteY0" fmla="*/ 3905455 h 3905455"/>
              <a:gd name="connsiteX1" fmla="*/ 0 w 9514262"/>
              <a:gd name="connsiteY1" fmla="*/ 0 h 3905455"/>
              <a:gd name="connsiteX2" fmla="*/ 9514262 w 9514262"/>
              <a:gd name="connsiteY2" fmla="*/ 0 h 3905455"/>
              <a:gd name="connsiteX3" fmla="*/ 9514262 w 9514262"/>
              <a:gd name="connsiteY3" fmla="*/ 3375660 h 3905455"/>
              <a:gd name="connsiteX4" fmla="*/ 8992309 w 9514262"/>
              <a:gd name="connsiteY4" fmla="*/ 3897614 h 39054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14262" h="3905455">
                <a:moveTo>
                  <a:pt x="0" y="3905455"/>
                </a:moveTo>
                <a:lnTo>
                  <a:pt x="0" y="0"/>
                </a:lnTo>
                <a:lnTo>
                  <a:pt x="9514262" y="0"/>
                </a:lnTo>
                <a:lnTo>
                  <a:pt x="9514262" y="3375660"/>
                </a:lnTo>
                <a:cubicBezTo>
                  <a:pt x="9514262" y="3663927"/>
                  <a:pt x="9280576" y="3897614"/>
                  <a:pt x="8992309" y="3897614"/>
                </a:cubicBezTo>
                <a:close/>
              </a:path>
            </a:pathLst>
          </a:cu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73373" y="190500"/>
            <a:ext cx="10573396" cy="2475644"/>
          </a:xfrm>
        </p:spPr>
        <p:txBody>
          <a:bodyPr anchor="t">
            <a:noAutofit/>
          </a:bodyPr>
          <a:lstStyle>
            <a:lvl1pPr>
              <a:defRPr sz="88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493213" y="3810000"/>
            <a:ext cx="6976154" cy="1676400"/>
          </a:xfrm>
        </p:spPr>
        <p:txBody>
          <a:bodyPr vert="horz" lIns="91440" tIns="45720" rIns="91440" bIns="45720" rtlCol="0">
            <a:normAutofit/>
          </a:bodyPr>
          <a:lstStyle>
            <a:lvl1pPr marL="0" indent="0">
              <a:buNone/>
              <a:defRPr lang="en-US" sz="1600" dirty="0"/>
            </a:lvl1pPr>
            <a:lvl2pPr marL="228600" indent="0">
              <a:buNone/>
              <a:defRPr lang="en-US" sz="1400" dirty="0"/>
            </a:lvl2pPr>
            <a:lvl3pPr marL="457200" indent="0">
              <a:buNone/>
              <a:defRPr lang="en-US" sz="1200" dirty="0"/>
            </a:lvl3pPr>
            <a:lvl4pPr marL="685800" indent="0">
              <a:buNone/>
              <a:defRPr lang="en-US" sz="1200" dirty="0"/>
            </a:lvl4pPr>
            <a:lvl5pPr marL="914400" indent="0">
              <a:buNone/>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9/7/2026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62354616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772090" y="825747"/>
            <a:ext cx="10696010" cy="618803"/>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774654" y="1506872"/>
            <a:ext cx="10693446" cy="45891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72090" y="6329172"/>
            <a:ext cx="2816835" cy="338328"/>
          </a:xfrm>
          <a:prstGeom prst="rect">
            <a:avLst/>
          </a:prstGeom>
        </p:spPr>
        <p:txBody>
          <a:bodyPr vert="horz" lIns="91440" tIns="45720" rIns="91440" bIns="45720" rtlCol="0" anchor="ctr"/>
          <a:lstStyle>
            <a:lvl1pPr algn="l">
              <a:defRPr sz="750" cap="all" spc="0" baseline="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291411" y="6329172"/>
            <a:ext cx="1612674" cy="338328"/>
          </a:xfrm>
          <a:prstGeom prst="rect">
            <a:avLst/>
          </a:prstGeom>
        </p:spPr>
        <p:txBody>
          <a:bodyPr vert="horz" lIns="91440" tIns="45720" rIns="91440" bIns="45720" rtlCol="0" anchor="ctr"/>
          <a:lstStyle>
            <a:lvl1pPr algn="r">
              <a:defRPr sz="750">
                <a:solidFill>
                  <a:schemeClr val="tx1"/>
                </a:solidFill>
              </a:defRPr>
            </a:lvl1pPr>
          </a:lstStyle>
          <a:p>
            <a:fld id="{D7E3ECEC-7E7B-4FB9-BAE8-5C10F12795EA}" type="datetimeFigureOut">
              <a:rPr lang="en-US" smtClean="0"/>
              <a:t>9/7/2026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050742" y="6329172"/>
            <a:ext cx="457200" cy="338328"/>
          </a:xfrm>
          <a:prstGeom prst="rect">
            <a:avLst/>
          </a:prstGeom>
        </p:spPr>
        <p:txBody>
          <a:bodyPr vert="horz" lIns="91440" tIns="45720" rIns="91440" bIns="45720" rtlCol="0" anchor="ctr"/>
          <a:lstStyle>
            <a:lvl1pPr algn="r">
              <a:defRPr sz="750">
                <a:solidFill>
                  <a:schemeClr val="tx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644491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txStyles>
    <p:titleStyle>
      <a:lvl1pPr algn="l" defTabSz="914400" rtl="0" eaLnBrk="1" latinLnBrk="0" hangingPunct="1">
        <a:lnSpc>
          <a:spcPct val="95000"/>
        </a:lnSpc>
        <a:spcBef>
          <a:spcPct val="0"/>
        </a:spcBef>
        <a:buNone/>
        <a:defRPr sz="2500" b="0" kern="1200" cap="all" baseline="0">
          <a:solidFill>
            <a:schemeClr val="tx1"/>
          </a:solidFill>
          <a:latin typeface="+mj-lt"/>
          <a:ea typeface="+mj-ea"/>
          <a:cs typeface="+mj-cs"/>
        </a:defRPr>
      </a:lvl1pPr>
    </p:titleStyle>
    <p:bodyStyle>
      <a:lvl1pPr marL="285750" indent="-28575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000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286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8572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0858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pos="480">
          <p15:clr>
            <a:srgbClr val="F26B43"/>
          </p15:clr>
        </p15:guide>
        <p15:guide id="8" pos="7224">
          <p15:clr>
            <a:srgbClr val="F26B43"/>
          </p15:clr>
        </p15:guide>
        <p15:guide id="9" orient="horz" pos="3840">
          <p15:clr>
            <a:srgbClr val="F26B43"/>
          </p15:clr>
        </p15:guide>
        <p15:guide id="10" orient="horz" pos="2160">
          <p15:clr>
            <a:srgbClr val="F26B43"/>
          </p15:clr>
        </p15:guide>
        <p15:guide id="11"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www.rawpixel.com/all/plants?page=1&amp;path=1633&amp;sort=curated" TargetMode="External"/><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0.png"/><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7.png"/><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okwi.com/projects/474161109420699649"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88BBA-385E-B100-D3B2-83F877ED7B13}"/>
              </a:ext>
            </a:extLst>
          </p:cNvPr>
          <p:cNvSpPr>
            <a:spLocks noGrp="1"/>
          </p:cNvSpPr>
          <p:nvPr>
            <p:ph type="ctrTitle"/>
          </p:nvPr>
        </p:nvSpPr>
        <p:spPr/>
        <p:txBody>
          <a:bodyPr/>
          <a:lstStyle/>
          <a:p>
            <a:r>
              <a:rPr lang="en-US" dirty="0"/>
              <a:t>Smart plant</a:t>
            </a:r>
            <a:br>
              <a:rPr lang="en-US" dirty="0"/>
            </a:br>
            <a:r>
              <a:rPr lang="en-US" dirty="0"/>
              <a:t>monitor</a:t>
            </a:r>
          </a:p>
        </p:txBody>
      </p:sp>
      <p:sp>
        <p:nvSpPr>
          <p:cNvPr id="3" name="Subtitle 2">
            <a:extLst>
              <a:ext uri="{FF2B5EF4-FFF2-40B4-BE49-F238E27FC236}">
                <a16:creationId xmlns:a16="http://schemas.microsoft.com/office/drawing/2014/main" id="{D508797C-B534-8121-1EFA-68AC9E565808}"/>
              </a:ext>
            </a:extLst>
          </p:cNvPr>
          <p:cNvSpPr>
            <a:spLocks noGrp="1"/>
          </p:cNvSpPr>
          <p:nvPr>
            <p:ph type="subTitle" idx="1"/>
          </p:nvPr>
        </p:nvSpPr>
        <p:spPr>
          <a:xfrm>
            <a:off x="77002" y="4425214"/>
            <a:ext cx="4184904" cy="2326907"/>
          </a:xfrm>
        </p:spPr>
        <p:txBody>
          <a:bodyPr>
            <a:normAutofit/>
          </a:bodyPr>
          <a:lstStyle/>
          <a:p>
            <a:r>
              <a:rPr lang="en-US" dirty="0"/>
              <a:t>Team:</a:t>
            </a:r>
          </a:p>
          <a:p>
            <a:r>
              <a:rPr lang="en-US" dirty="0"/>
              <a:t>Ahmed Mekky</a:t>
            </a:r>
          </a:p>
          <a:p>
            <a:r>
              <a:rPr lang="en-US" dirty="0"/>
              <a:t>Moamen Hamed</a:t>
            </a:r>
          </a:p>
          <a:p>
            <a:r>
              <a:rPr lang="en-US" dirty="0"/>
              <a:t>Ziyad Abdul Jameel</a:t>
            </a:r>
          </a:p>
          <a:p>
            <a:r>
              <a:rPr lang="en-US" dirty="0"/>
              <a:t>Emad Eldeen</a:t>
            </a:r>
          </a:p>
        </p:txBody>
      </p:sp>
      <p:pic>
        <p:nvPicPr>
          <p:cNvPr id="6" name="Picture Placeholder 5">
            <a:extLst>
              <a:ext uri="{FF2B5EF4-FFF2-40B4-BE49-F238E27FC236}">
                <a16:creationId xmlns:a16="http://schemas.microsoft.com/office/drawing/2014/main" id="{747B5ADC-439E-8BF3-9088-90C43F8880B1}"/>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11952" b="11952"/>
          <a:stretch/>
        </p:blipFill>
        <p:spPr>
          <a:xfrm>
            <a:off x="7681816" y="0"/>
            <a:ext cx="4510185" cy="6096000"/>
          </a:xfrm>
        </p:spPr>
      </p:pic>
    </p:spTree>
    <p:extLst>
      <p:ext uri="{BB962C8B-B14F-4D97-AF65-F5344CB8AC3E}">
        <p14:creationId xmlns:p14="http://schemas.microsoft.com/office/powerpoint/2010/main" val="1716342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39025CA-ED9D-60CE-AD7E-95C026983A1B}"/>
              </a:ext>
            </a:extLst>
          </p:cNvPr>
          <p:cNvSpPr>
            <a:spLocks noGrp="1"/>
          </p:cNvSpPr>
          <p:nvPr>
            <p:ph type="ctrTitle"/>
          </p:nvPr>
        </p:nvSpPr>
        <p:spPr>
          <a:xfrm>
            <a:off x="132345" y="250257"/>
            <a:ext cx="7868655" cy="1554649"/>
          </a:xfrm>
        </p:spPr>
        <p:txBody>
          <a:bodyPr/>
          <a:lstStyle/>
          <a:p>
            <a:r>
              <a:rPr lang="en-US" dirty="0"/>
              <a:t>The problem</a:t>
            </a:r>
          </a:p>
        </p:txBody>
      </p:sp>
      <p:sp>
        <p:nvSpPr>
          <p:cNvPr id="5" name="Subtitle 4">
            <a:extLst>
              <a:ext uri="{FF2B5EF4-FFF2-40B4-BE49-F238E27FC236}">
                <a16:creationId xmlns:a16="http://schemas.microsoft.com/office/drawing/2014/main" id="{3E5825E3-E318-C386-2DC5-74B7E0AEB51E}"/>
              </a:ext>
            </a:extLst>
          </p:cNvPr>
          <p:cNvSpPr>
            <a:spLocks noGrp="1"/>
          </p:cNvSpPr>
          <p:nvPr>
            <p:ph type="subTitle" idx="1"/>
          </p:nvPr>
        </p:nvSpPr>
        <p:spPr>
          <a:xfrm>
            <a:off x="381000" y="1804906"/>
            <a:ext cx="10287001" cy="1166894"/>
          </a:xfrm>
        </p:spPr>
        <p:txBody>
          <a:bodyPr>
            <a:normAutofit/>
          </a:bodyPr>
          <a:lstStyle/>
          <a:p>
            <a:r>
              <a:rPr lang="en-US" sz="1900" dirty="0"/>
              <a:t>We noticed that people don’t always know what is the temperature and humidity that their plants need , and if they knew, they will not be always beside their plants to measure the temperature and humidity</a:t>
            </a:r>
            <a:r>
              <a:rPr lang="en-US" dirty="0"/>
              <a:t>.</a:t>
            </a:r>
          </a:p>
        </p:txBody>
      </p:sp>
    </p:spTree>
    <p:extLst>
      <p:ext uri="{BB962C8B-B14F-4D97-AF65-F5344CB8AC3E}">
        <p14:creationId xmlns:p14="http://schemas.microsoft.com/office/powerpoint/2010/main" val="4088299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a:extLst>
            <a:ext uri="{FF2B5EF4-FFF2-40B4-BE49-F238E27FC236}">
              <a16:creationId xmlns:a16="http://schemas.microsoft.com/office/drawing/2014/main" id="{B0805E0E-CF9D-E5B9-223E-D0935EDA510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82916D9-EF25-1474-BB9B-33D62393B493}"/>
              </a:ext>
            </a:extLst>
          </p:cNvPr>
          <p:cNvSpPr>
            <a:spLocks noGrp="1"/>
          </p:cNvSpPr>
          <p:nvPr>
            <p:ph type="ctrTitle"/>
          </p:nvPr>
        </p:nvSpPr>
        <p:spPr>
          <a:xfrm>
            <a:off x="132345" y="250257"/>
            <a:ext cx="8402055" cy="1554649"/>
          </a:xfrm>
        </p:spPr>
        <p:txBody>
          <a:bodyPr>
            <a:normAutofit/>
          </a:bodyPr>
          <a:lstStyle/>
          <a:p>
            <a:r>
              <a:rPr lang="en-US" dirty="0"/>
              <a:t>The Solution</a:t>
            </a:r>
          </a:p>
        </p:txBody>
      </p:sp>
      <p:sp>
        <p:nvSpPr>
          <p:cNvPr id="5" name="Subtitle 4">
            <a:extLst>
              <a:ext uri="{FF2B5EF4-FFF2-40B4-BE49-F238E27FC236}">
                <a16:creationId xmlns:a16="http://schemas.microsoft.com/office/drawing/2014/main" id="{1C811D82-6573-624C-3ED6-611AF916F38F}"/>
              </a:ext>
            </a:extLst>
          </p:cNvPr>
          <p:cNvSpPr>
            <a:spLocks noGrp="1"/>
          </p:cNvSpPr>
          <p:nvPr>
            <p:ph type="subTitle" idx="1"/>
          </p:nvPr>
        </p:nvSpPr>
        <p:spPr>
          <a:xfrm>
            <a:off x="132345" y="1356275"/>
            <a:ext cx="11811000" cy="1554648"/>
          </a:xfrm>
        </p:spPr>
        <p:txBody>
          <a:bodyPr>
            <a:noAutofit/>
          </a:bodyPr>
          <a:lstStyle/>
          <a:p>
            <a:r>
              <a:rPr lang="en-US" sz="1800" dirty="0"/>
              <a:t>We designed a device using the ESP32 to measure the temperature and humidity of chosen plants periodically. It alerts the user if the temperature was too high or too low than needed while measuring the humidity and display the status of the current plant environment (too low , suitable or too high) .</a:t>
            </a:r>
          </a:p>
        </p:txBody>
      </p:sp>
    </p:spTree>
    <p:extLst>
      <p:ext uri="{BB962C8B-B14F-4D97-AF65-F5344CB8AC3E}">
        <p14:creationId xmlns:p14="http://schemas.microsoft.com/office/powerpoint/2010/main" val="229833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a:extLst>
            <a:ext uri="{FF2B5EF4-FFF2-40B4-BE49-F238E27FC236}">
              <a16:creationId xmlns:a16="http://schemas.microsoft.com/office/drawing/2014/main" id="{EBB41406-3A2A-29C9-B8D6-58FAA0B4574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5885BAE-560D-C3DC-9075-E9E668394E0B}"/>
              </a:ext>
            </a:extLst>
          </p:cNvPr>
          <p:cNvSpPr>
            <a:spLocks noGrp="1"/>
          </p:cNvSpPr>
          <p:nvPr>
            <p:ph type="ctrTitle"/>
          </p:nvPr>
        </p:nvSpPr>
        <p:spPr>
          <a:xfrm>
            <a:off x="132345" y="250257"/>
            <a:ext cx="8402055" cy="1554649"/>
          </a:xfrm>
        </p:spPr>
        <p:txBody>
          <a:bodyPr>
            <a:normAutofit/>
          </a:bodyPr>
          <a:lstStyle/>
          <a:p>
            <a:r>
              <a:rPr lang="en-US" dirty="0"/>
              <a:t>How it works</a:t>
            </a:r>
          </a:p>
        </p:txBody>
      </p:sp>
      <p:sp>
        <p:nvSpPr>
          <p:cNvPr id="5" name="Subtitle 4">
            <a:extLst>
              <a:ext uri="{FF2B5EF4-FFF2-40B4-BE49-F238E27FC236}">
                <a16:creationId xmlns:a16="http://schemas.microsoft.com/office/drawing/2014/main" id="{0AEA72DD-E5C4-D48F-B92D-708CF5D117D5}"/>
              </a:ext>
            </a:extLst>
          </p:cNvPr>
          <p:cNvSpPr>
            <a:spLocks noGrp="1"/>
          </p:cNvSpPr>
          <p:nvPr>
            <p:ph type="subTitle" idx="1"/>
          </p:nvPr>
        </p:nvSpPr>
        <p:spPr>
          <a:xfrm>
            <a:off x="132345" y="1600200"/>
            <a:ext cx="11811000" cy="4267200"/>
          </a:xfrm>
        </p:spPr>
        <p:txBody>
          <a:bodyPr>
            <a:normAutofit/>
          </a:bodyPr>
          <a:lstStyle/>
          <a:p>
            <a:pPr marL="285750" indent="-285750">
              <a:buFont typeface="Arial" panose="020B0604020202020204" pitchFamily="34" charset="0"/>
              <a:buChar char="•"/>
            </a:pPr>
            <a:r>
              <a:rPr lang="en-US" dirty="0"/>
              <a:t>Our device uses the ESP32 microcontroller as the processor.</a:t>
            </a:r>
          </a:p>
          <a:p>
            <a:pPr marL="285750" indent="-285750">
              <a:buFont typeface="Arial" panose="020B0604020202020204" pitchFamily="34" charset="0"/>
              <a:buChar char="•"/>
            </a:pPr>
            <a:r>
              <a:rPr lang="en-US" dirty="0"/>
              <a:t>First, the DHT22 sensor measures the temperature and humidity.</a:t>
            </a:r>
          </a:p>
          <a:p>
            <a:pPr marL="285750" indent="-285750">
              <a:buFont typeface="Arial" panose="020B0604020202020204" pitchFamily="34" charset="0"/>
              <a:buChar char="•"/>
            </a:pPr>
            <a:r>
              <a:rPr lang="en-US" dirty="0"/>
              <a:t>Then, the user is asked to choose a plant from preset profiles.</a:t>
            </a:r>
          </a:p>
          <a:p>
            <a:pPr marL="285750" indent="-285750">
              <a:buFont typeface="Arial" panose="020B0604020202020204" pitchFamily="34" charset="0"/>
              <a:buChar char="•"/>
            </a:pPr>
            <a:r>
              <a:rPr lang="en-US" dirty="0"/>
              <a:t>After that, the program uses if/else if/else conditional statements to determine the environment status.</a:t>
            </a:r>
          </a:p>
          <a:p>
            <a:pPr marL="285750" indent="-285750">
              <a:buFont typeface="Arial" panose="020B0604020202020204" pitchFamily="34" charset="0"/>
              <a:buChar char="•"/>
            </a:pPr>
            <a:r>
              <a:rPr lang="en-US" dirty="0"/>
              <a:t>Then, all of plant name, temperature, humidity, and status get displayed in the terminal and on an OLED display.</a:t>
            </a:r>
          </a:p>
          <a:p>
            <a:pPr marL="285750" indent="-285750">
              <a:buFont typeface="Arial" panose="020B0604020202020204" pitchFamily="34" charset="0"/>
              <a:buChar char="•"/>
            </a:pPr>
            <a:r>
              <a:rPr lang="en-US" dirty="0"/>
              <a:t>If the status is “too high”, the red LED lights up and the buzzer turn on at 1000 hertz (frequency).</a:t>
            </a:r>
          </a:p>
          <a:p>
            <a:pPr marL="285750" indent="-285750">
              <a:buFont typeface="Arial" panose="020B0604020202020204" pitchFamily="34" charset="0"/>
              <a:buChar char="•"/>
            </a:pPr>
            <a:r>
              <a:rPr lang="en-US" dirty="0"/>
              <a:t>The buzzer acts as the fan since there is no fan actuator in wokwi.</a:t>
            </a:r>
          </a:p>
          <a:p>
            <a:pPr marL="285750" indent="-285750">
              <a:buFont typeface="Arial" panose="020B0604020202020204" pitchFamily="34" charset="0"/>
              <a:buChar char="•"/>
            </a:pPr>
            <a:r>
              <a:rPr lang="en-US" dirty="0"/>
              <a:t>If the status is “too low”, only the red LED turns on.</a:t>
            </a:r>
          </a:p>
          <a:p>
            <a:pPr marL="285750" indent="-285750">
              <a:buFont typeface="Arial" panose="020B0604020202020204" pitchFamily="34" charset="0"/>
              <a:buChar char="•"/>
            </a:pPr>
            <a:r>
              <a:rPr lang="en-US" dirty="0"/>
              <a:t>If the status is “suitable”, only the green LED turns on.</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961840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EEE9348-D4EE-9344-7966-F3E707629FAA}"/>
              </a:ext>
            </a:extLst>
          </p:cNvPr>
          <p:cNvSpPr>
            <a:spLocks noGrp="1"/>
          </p:cNvSpPr>
          <p:nvPr>
            <p:ph type="ctrTitle"/>
          </p:nvPr>
        </p:nvSpPr>
        <p:spPr>
          <a:xfrm>
            <a:off x="34977" y="32479"/>
            <a:ext cx="9448800" cy="1524700"/>
          </a:xfrm>
        </p:spPr>
        <p:txBody>
          <a:bodyPr>
            <a:normAutofit fontScale="90000"/>
          </a:bodyPr>
          <a:lstStyle/>
          <a:p>
            <a:r>
              <a:rPr lang="en-US" dirty="0"/>
              <a:t>The components used</a:t>
            </a:r>
          </a:p>
        </p:txBody>
      </p:sp>
      <p:sp>
        <p:nvSpPr>
          <p:cNvPr id="5" name="Subtitle 4">
            <a:extLst>
              <a:ext uri="{FF2B5EF4-FFF2-40B4-BE49-F238E27FC236}">
                <a16:creationId xmlns:a16="http://schemas.microsoft.com/office/drawing/2014/main" id="{719D50C9-91F9-CD05-80D1-5B86A497B72B}"/>
              </a:ext>
            </a:extLst>
          </p:cNvPr>
          <p:cNvSpPr>
            <a:spLocks noGrp="1"/>
          </p:cNvSpPr>
          <p:nvPr>
            <p:ph type="subTitle" idx="1"/>
          </p:nvPr>
        </p:nvSpPr>
        <p:spPr>
          <a:xfrm>
            <a:off x="533400" y="1676400"/>
            <a:ext cx="10515600" cy="2895600"/>
          </a:xfrm>
        </p:spPr>
        <p:txBody>
          <a:bodyPr/>
          <a:lstStyle/>
          <a:p>
            <a:pPr marL="285750" indent="-285750" algn="l">
              <a:buFont typeface="Arial" panose="020B0604020202020204" pitchFamily="34" charset="0"/>
              <a:buChar char="•"/>
            </a:pPr>
            <a:r>
              <a:rPr lang="en-US" b="1" dirty="0"/>
              <a:t>ESP32</a:t>
            </a:r>
            <a:r>
              <a:rPr lang="en-US" dirty="0"/>
              <a:t>: the microcontroller (processor).</a:t>
            </a:r>
          </a:p>
          <a:p>
            <a:pPr marL="285750" indent="-285750" algn="l">
              <a:buFont typeface="Arial" panose="020B0604020202020204" pitchFamily="34" charset="0"/>
              <a:buChar char="•"/>
            </a:pPr>
            <a:r>
              <a:rPr lang="en-US" b="1" dirty="0"/>
              <a:t>DHT22</a:t>
            </a:r>
            <a:r>
              <a:rPr lang="en-US" dirty="0"/>
              <a:t>: the temperature and humidity sensor (connected through VCC , GND.2 and GPIO 4).</a:t>
            </a:r>
          </a:p>
          <a:p>
            <a:pPr marL="285750" indent="-285750" algn="l">
              <a:buFont typeface="Arial" panose="020B0604020202020204" pitchFamily="34" charset="0"/>
              <a:buChar char="•"/>
            </a:pPr>
            <a:r>
              <a:rPr lang="en-US" b="1" dirty="0"/>
              <a:t>Green LED </a:t>
            </a:r>
            <a:r>
              <a:rPr lang="en-US" dirty="0"/>
              <a:t>(led_1): “suitable status” LED (connected to GND.1 and GPIO 32).</a:t>
            </a:r>
          </a:p>
          <a:p>
            <a:pPr marL="285750" indent="-285750" algn="l">
              <a:buFont typeface="Arial" panose="020B0604020202020204" pitchFamily="34" charset="0"/>
              <a:buChar char="•"/>
            </a:pPr>
            <a:r>
              <a:rPr lang="en-US" b="1" dirty="0"/>
              <a:t>Red LED </a:t>
            </a:r>
            <a:r>
              <a:rPr lang="en-US" dirty="0"/>
              <a:t>(led_2): “too low” or “too high” LED (connected to GND.1 and GPIO 2).</a:t>
            </a:r>
          </a:p>
          <a:p>
            <a:pPr marL="285750" indent="-285750" algn="l">
              <a:buFont typeface="Arial" panose="020B0604020202020204" pitchFamily="34" charset="0"/>
              <a:buChar char="•"/>
            </a:pPr>
            <a:r>
              <a:rPr lang="en-US" b="1" dirty="0"/>
              <a:t>Buzzer</a:t>
            </a:r>
            <a:r>
              <a:rPr lang="en-US" dirty="0"/>
              <a:t>: turns on if the status is “too high” (connected to GND.1 and GPIO 27).</a:t>
            </a:r>
          </a:p>
          <a:p>
            <a:pPr marL="285750" indent="-285750" algn="l">
              <a:buFont typeface="Arial" panose="020B0604020202020204" pitchFamily="34" charset="0"/>
              <a:buChar char="•"/>
            </a:pPr>
            <a:r>
              <a:rPr lang="en-US" b="1" dirty="0"/>
              <a:t>OLED screen</a:t>
            </a:r>
            <a:r>
              <a:rPr lang="en-US" dirty="0"/>
              <a:t>: displays plant name, temperature and humidity (connects to GND.2 , GPIO 22(SCL), GPIO 21 (SDA) and VCC for power).</a:t>
            </a:r>
          </a:p>
        </p:txBody>
      </p:sp>
      <p:sp>
        <p:nvSpPr>
          <p:cNvPr id="6" name="TextBox 5">
            <a:extLst>
              <a:ext uri="{FF2B5EF4-FFF2-40B4-BE49-F238E27FC236}">
                <a16:creationId xmlns:a16="http://schemas.microsoft.com/office/drawing/2014/main" id="{74B887A3-E589-B720-DCCA-D6C36AA225F3}"/>
              </a:ext>
            </a:extLst>
          </p:cNvPr>
          <p:cNvSpPr txBox="1"/>
          <p:nvPr/>
        </p:nvSpPr>
        <p:spPr>
          <a:xfrm>
            <a:off x="537772" y="6324600"/>
            <a:ext cx="8443210" cy="307777"/>
          </a:xfrm>
          <a:prstGeom prst="rect">
            <a:avLst/>
          </a:prstGeom>
          <a:noFill/>
        </p:spPr>
        <p:txBody>
          <a:bodyPr wrap="square" rtlCol="0">
            <a:spAutoFit/>
          </a:bodyPr>
          <a:lstStyle/>
          <a:p>
            <a:r>
              <a:rPr lang="en-US" sz="1400" dirty="0"/>
              <a:t>Note: all the components are wired as instructed in the pdf by eyouth.</a:t>
            </a:r>
          </a:p>
        </p:txBody>
      </p:sp>
    </p:spTree>
    <p:extLst>
      <p:ext uri="{BB962C8B-B14F-4D97-AF65-F5344CB8AC3E}">
        <p14:creationId xmlns:p14="http://schemas.microsoft.com/office/powerpoint/2010/main" val="30666988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5F8B2FA-A013-1D3A-9198-916A06FCB8CC}"/>
              </a:ext>
            </a:extLst>
          </p:cNvPr>
          <p:cNvSpPr>
            <a:spLocks noGrp="1"/>
          </p:cNvSpPr>
          <p:nvPr>
            <p:ph type="title"/>
          </p:nvPr>
        </p:nvSpPr>
        <p:spPr/>
        <p:txBody>
          <a:bodyPr>
            <a:normAutofit/>
          </a:bodyPr>
          <a:lstStyle/>
          <a:p>
            <a:r>
              <a:rPr lang="en-US" sz="4400" dirty="0">
                <a:solidFill>
                  <a:schemeClr val="bg2"/>
                </a:solidFill>
              </a:rPr>
              <a:t>Project design</a:t>
            </a:r>
          </a:p>
        </p:txBody>
      </p:sp>
      <p:sp>
        <p:nvSpPr>
          <p:cNvPr id="11" name="Content Placeholder 10">
            <a:extLst>
              <a:ext uri="{FF2B5EF4-FFF2-40B4-BE49-F238E27FC236}">
                <a16:creationId xmlns:a16="http://schemas.microsoft.com/office/drawing/2014/main" id="{0B9548D7-A385-E60A-550A-A38809F8F59A}"/>
              </a:ext>
            </a:extLst>
          </p:cNvPr>
          <p:cNvSpPr>
            <a:spLocks noGrp="1"/>
          </p:cNvSpPr>
          <p:nvPr>
            <p:ph sz="quarter" idx="14"/>
          </p:nvPr>
        </p:nvSpPr>
        <p:spPr>
          <a:xfrm>
            <a:off x="768096" y="2590800"/>
            <a:ext cx="2959272" cy="990600"/>
          </a:xfrm>
        </p:spPr>
        <p:txBody>
          <a:bodyPr>
            <a:normAutofit/>
          </a:bodyPr>
          <a:lstStyle/>
          <a:p>
            <a:r>
              <a:rPr lang="en-US" sz="1800" dirty="0">
                <a:solidFill>
                  <a:schemeClr val="bg2"/>
                </a:solidFill>
              </a:rPr>
              <a:t>Project diagram was made in wokwi.</a:t>
            </a:r>
          </a:p>
        </p:txBody>
      </p:sp>
      <p:pic>
        <p:nvPicPr>
          <p:cNvPr id="14" name="Picture Placeholder 13">
            <a:extLst>
              <a:ext uri="{FF2B5EF4-FFF2-40B4-BE49-F238E27FC236}">
                <a16:creationId xmlns:a16="http://schemas.microsoft.com/office/drawing/2014/main" id="{480866C1-35F7-9E7C-CA7B-1851DE8084EF}"/>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l="2103" r="2103"/>
          <a:stretch>
            <a:fillRect/>
          </a:stretch>
        </p:blipFill>
        <p:spPr>
          <a:custGeom>
            <a:avLst/>
            <a:gdLst>
              <a:gd name="connsiteX0" fmla="*/ 501522 w 7808967"/>
              <a:gd name="connsiteY0" fmla="*/ 0 h 6092787"/>
              <a:gd name="connsiteX1" fmla="*/ 7808967 w 7808967"/>
              <a:gd name="connsiteY1" fmla="*/ 0 h 6092787"/>
              <a:gd name="connsiteX2" fmla="*/ 7808967 w 7808967"/>
              <a:gd name="connsiteY2" fmla="*/ 6092787 h 6092787"/>
              <a:gd name="connsiteX3" fmla="*/ 0 w 7808967"/>
              <a:gd name="connsiteY3" fmla="*/ 6092787 h 6092787"/>
              <a:gd name="connsiteX4" fmla="*/ 0 w 7808967"/>
              <a:gd name="connsiteY4" fmla="*/ 501522 h 6092787"/>
              <a:gd name="connsiteX5" fmla="*/ 501522 w 7808967"/>
              <a:gd name="connsiteY5" fmla="*/ 0 h 6092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808967" h="6092787">
                <a:moveTo>
                  <a:pt x="501522" y="0"/>
                </a:moveTo>
                <a:lnTo>
                  <a:pt x="7808967" y="0"/>
                </a:lnTo>
                <a:lnTo>
                  <a:pt x="7808967" y="6092787"/>
                </a:lnTo>
                <a:lnTo>
                  <a:pt x="0" y="6092787"/>
                </a:lnTo>
                <a:lnTo>
                  <a:pt x="0" y="501522"/>
                </a:lnTo>
                <a:cubicBezTo>
                  <a:pt x="0" y="224539"/>
                  <a:pt x="224539" y="0"/>
                  <a:pt x="501522" y="0"/>
                </a:cubicBezTo>
                <a:close/>
              </a:path>
            </a:pathLst>
          </a:custGeom>
          <a:blipFill>
            <a:blip r:embed="rId3">
              <a:alphaModFix amt="70000"/>
            </a:blip>
            <a:stretch>
              <a:fillRect/>
            </a:stretch>
          </a:blipFill>
        </p:spPr>
      </p:pic>
    </p:spTree>
    <p:extLst>
      <p:ext uri="{BB962C8B-B14F-4D97-AF65-F5344CB8AC3E}">
        <p14:creationId xmlns:p14="http://schemas.microsoft.com/office/powerpoint/2010/main" val="2515707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A35BB5C-1576-DD4A-7011-6A45CC579F00}"/>
              </a:ext>
            </a:extLst>
          </p:cNvPr>
          <p:cNvSpPr>
            <a:spLocks noGrp="1"/>
          </p:cNvSpPr>
          <p:nvPr>
            <p:ph type="ctrTitle"/>
          </p:nvPr>
        </p:nvSpPr>
        <p:spPr>
          <a:xfrm>
            <a:off x="2553903" y="127703"/>
            <a:ext cx="7084194" cy="1082180"/>
          </a:xfrm>
        </p:spPr>
        <p:txBody>
          <a:bodyPr>
            <a:normAutofit/>
          </a:bodyPr>
          <a:lstStyle/>
          <a:p>
            <a:r>
              <a:rPr lang="en-US" sz="5400" dirty="0"/>
              <a:t>Main.py</a:t>
            </a:r>
          </a:p>
        </p:txBody>
      </p:sp>
      <p:pic>
        <p:nvPicPr>
          <p:cNvPr id="16" name="Picture 15">
            <a:extLst>
              <a:ext uri="{FF2B5EF4-FFF2-40B4-BE49-F238E27FC236}">
                <a16:creationId xmlns:a16="http://schemas.microsoft.com/office/drawing/2014/main" id="{4E74DA27-6C30-CE83-F634-85A27C10FF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03637"/>
            <a:ext cx="3019846" cy="4925112"/>
          </a:xfrm>
          <a:prstGeom prst="rect">
            <a:avLst/>
          </a:prstGeom>
        </p:spPr>
      </p:pic>
      <p:pic>
        <p:nvPicPr>
          <p:cNvPr id="18" name="Picture 17">
            <a:extLst>
              <a:ext uri="{FF2B5EF4-FFF2-40B4-BE49-F238E27FC236}">
                <a16:creationId xmlns:a16="http://schemas.microsoft.com/office/drawing/2014/main" id="{F5CD81F4-8B0B-730E-71BD-39EB576981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0" y="1193644"/>
            <a:ext cx="4677428" cy="4601217"/>
          </a:xfrm>
          <a:prstGeom prst="rect">
            <a:avLst/>
          </a:prstGeom>
        </p:spPr>
      </p:pic>
      <p:pic>
        <p:nvPicPr>
          <p:cNvPr id="20" name="Picture 19">
            <a:extLst>
              <a:ext uri="{FF2B5EF4-FFF2-40B4-BE49-F238E27FC236}">
                <a16:creationId xmlns:a16="http://schemas.microsoft.com/office/drawing/2014/main" id="{56408A65-60D4-C582-D4B5-CCA976BB32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99621" y="1193644"/>
            <a:ext cx="2876951" cy="4839375"/>
          </a:xfrm>
          <a:prstGeom prst="rect">
            <a:avLst/>
          </a:prstGeom>
        </p:spPr>
      </p:pic>
    </p:spTree>
    <p:extLst>
      <p:ext uri="{BB962C8B-B14F-4D97-AF65-F5344CB8AC3E}">
        <p14:creationId xmlns:p14="http://schemas.microsoft.com/office/powerpoint/2010/main" val="33301734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D89A8-0D72-3085-72F5-B15EC85A7583}"/>
              </a:ext>
            </a:extLst>
          </p:cNvPr>
          <p:cNvSpPr>
            <a:spLocks noGrp="1"/>
          </p:cNvSpPr>
          <p:nvPr>
            <p:ph type="ctrTitle"/>
          </p:nvPr>
        </p:nvSpPr>
        <p:spPr>
          <a:xfrm>
            <a:off x="2553903" y="304800"/>
            <a:ext cx="7084194" cy="1082180"/>
          </a:xfrm>
        </p:spPr>
        <p:txBody>
          <a:bodyPr/>
          <a:lstStyle/>
          <a:p>
            <a:r>
              <a:rPr lang="en-US" dirty="0"/>
              <a:t>Main.py</a:t>
            </a:r>
          </a:p>
        </p:txBody>
      </p:sp>
      <p:pic>
        <p:nvPicPr>
          <p:cNvPr id="5" name="Picture 4">
            <a:extLst>
              <a:ext uri="{FF2B5EF4-FFF2-40B4-BE49-F238E27FC236}">
                <a16:creationId xmlns:a16="http://schemas.microsoft.com/office/drawing/2014/main" id="{BC13B65D-BF2F-629C-1D38-85866EFD68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3576" y="1599944"/>
            <a:ext cx="3924848" cy="3658111"/>
          </a:xfrm>
          <a:prstGeom prst="rect">
            <a:avLst/>
          </a:prstGeom>
        </p:spPr>
      </p:pic>
    </p:spTree>
    <p:extLst>
      <p:ext uri="{BB962C8B-B14F-4D97-AF65-F5344CB8AC3E}">
        <p14:creationId xmlns:p14="http://schemas.microsoft.com/office/powerpoint/2010/main" val="42240273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E1C85-9197-A790-322B-C6CB9A8D565D}"/>
              </a:ext>
            </a:extLst>
          </p:cNvPr>
          <p:cNvSpPr>
            <a:spLocks noGrp="1"/>
          </p:cNvSpPr>
          <p:nvPr>
            <p:ph type="ctrTitle"/>
          </p:nvPr>
        </p:nvSpPr>
        <p:spPr>
          <a:xfrm>
            <a:off x="2553903" y="381000"/>
            <a:ext cx="7084194" cy="1082180"/>
          </a:xfrm>
        </p:spPr>
        <p:txBody>
          <a:bodyPr/>
          <a:lstStyle/>
          <a:p>
            <a:r>
              <a:rPr lang="en-US" dirty="0"/>
              <a:t>Diagram.json</a:t>
            </a:r>
          </a:p>
        </p:txBody>
      </p:sp>
      <p:pic>
        <p:nvPicPr>
          <p:cNvPr id="5" name="Picture 4">
            <a:extLst>
              <a:ext uri="{FF2B5EF4-FFF2-40B4-BE49-F238E27FC236}">
                <a16:creationId xmlns:a16="http://schemas.microsoft.com/office/drawing/2014/main" id="{FEBCDC3E-CC8A-6981-35DA-4CA1ED2BE6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469426"/>
            <a:ext cx="4229690" cy="4715533"/>
          </a:xfrm>
          <a:prstGeom prst="rect">
            <a:avLst/>
          </a:prstGeom>
        </p:spPr>
      </p:pic>
      <p:pic>
        <p:nvPicPr>
          <p:cNvPr id="7" name="Picture 6">
            <a:extLst>
              <a:ext uri="{FF2B5EF4-FFF2-40B4-BE49-F238E27FC236}">
                <a16:creationId xmlns:a16="http://schemas.microsoft.com/office/drawing/2014/main" id="{5DB1E3D7-9E38-EF58-8D1C-506DF7DB2C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9200" y="1533260"/>
            <a:ext cx="2924583" cy="3791479"/>
          </a:xfrm>
          <a:prstGeom prst="rect">
            <a:avLst/>
          </a:prstGeom>
        </p:spPr>
      </p:pic>
      <p:pic>
        <p:nvPicPr>
          <p:cNvPr id="9" name="Picture 8">
            <a:extLst>
              <a:ext uri="{FF2B5EF4-FFF2-40B4-BE49-F238E27FC236}">
                <a16:creationId xmlns:a16="http://schemas.microsoft.com/office/drawing/2014/main" id="{09BBA680-5330-F0BF-E914-F6952CF944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28226" y="1463180"/>
            <a:ext cx="2619741" cy="2876951"/>
          </a:xfrm>
          <a:prstGeom prst="rect">
            <a:avLst/>
          </a:prstGeom>
        </p:spPr>
      </p:pic>
    </p:spTree>
    <p:extLst>
      <p:ext uri="{BB962C8B-B14F-4D97-AF65-F5344CB8AC3E}">
        <p14:creationId xmlns:p14="http://schemas.microsoft.com/office/powerpoint/2010/main" val="3480567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6A314-DA6C-9B17-897C-92E7F6FA8BDC}"/>
              </a:ext>
            </a:extLst>
          </p:cNvPr>
          <p:cNvSpPr>
            <a:spLocks noGrp="1"/>
          </p:cNvSpPr>
          <p:nvPr>
            <p:ph type="ctrTitle"/>
          </p:nvPr>
        </p:nvSpPr>
        <p:spPr>
          <a:xfrm>
            <a:off x="2553903" y="228600"/>
            <a:ext cx="7084194" cy="1082181"/>
          </a:xfrm>
        </p:spPr>
        <p:txBody>
          <a:bodyPr/>
          <a:lstStyle/>
          <a:p>
            <a:r>
              <a:rPr lang="en-US" dirty="0"/>
              <a:t>Diagram.json</a:t>
            </a:r>
          </a:p>
        </p:txBody>
      </p:sp>
      <p:pic>
        <p:nvPicPr>
          <p:cNvPr id="5" name="Picture 4">
            <a:extLst>
              <a:ext uri="{FF2B5EF4-FFF2-40B4-BE49-F238E27FC236}">
                <a16:creationId xmlns:a16="http://schemas.microsoft.com/office/drawing/2014/main" id="{7B3A9EFC-B317-2460-DF50-7E7D1DA674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3232" y="1518971"/>
            <a:ext cx="6525536" cy="3820058"/>
          </a:xfrm>
          <a:prstGeom prst="rect">
            <a:avLst/>
          </a:prstGeom>
        </p:spPr>
      </p:pic>
    </p:spTree>
    <p:extLst>
      <p:ext uri="{BB962C8B-B14F-4D97-AF65-F5344CB8AC3E}">
        <p14:creationId xmlns:p14="http://schemas.microsoft.com/office/powerpoint/2010/main" val="4270080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51BE4-1B71-27B6-AC03-9CC1E603B220}"/>
              </a:ext>
            </a:extLst>
          </p:cNvPr>
          <p:cNvSpPr>
            <a:spLocks noGrp="1"/>
          </p:cNvSpPr>
          <p:nvPr>
            <p:ph type="ctrTitle"/>
          </p:nvPr>
        </p:nvSpPr>
        <p:spPr>
          <a:xfrm>
            <a:off x="2553903" y="304800"/>
            <a:ext cx="7084194" cy="1082180"/>
          </a:xfrm>
        </p:spPr>
        <p:txBody>
          <a:bodyPr/>
          <a:lstStyle/>
          <a:p>
            <a:r>
              <a:rPr lang="en-US" dirty="0"/>
              <a:t>Ssd1306.py</a:t>
            </a:r>
          </a:p>
        </p:txBody>
      </p:sp>
      <p:pic>
        <p:nvPicPr>
          <p:cNvPr id="5" name="Picture 4">
            <a:extLst>
              <a:ext uri="{FF2B5EF4-FFF2-40B4-BE49-F238E27FC236}">
                <a16:creationId xmlns:a16="http://schemas.microsoft.com/office/drawing/2014/main" id="{9C17B8E6-6BA5-A864-B7C3-08BEE101F5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479" y="1147444"/>
            <a:ext cx="4286848" cy="4563112"/>
          </a:xfrm>
          <a:prstGeom prst="rect">
            <a:avLst/>
          </a:prstGeom>
        </p:spPr>
      </p:pic>
      <p:pic>
        <p:nvPicPr>
          <p:cNvPr id="7" name="Picture 6">
            <a:extLst>
              <a:ext uri="{FF2B5EF4-FFF2-40B4-BE49-F238E27FC236}">
                <a16:creationId xmlns:a16="http://schemas.microsoft.com/office/drawing/2014/main" id="{C5FC2DBD-81C6-63CD-FDDD-3D38818B91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3000" y="1147444"/>
            <a:ext cx="6134956" cy="5087060"/>
          </a:xfrm>
          <a:prstGeom prst="rect">
            <a:avLst/>
          </a:prstGeom>
        </p:spPr>
      </p:pic>
    </p:spTree>
    <p:extLst>
      <p:ext uri="{BB962C8B-B14F-4D97-AF65-F5344CB8AC3E}">
        <p14:creationId xmlns:p14="http://schemas.microsoft.com/office/powerpoint/2010/main" val="11293127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a:extLst>
            <a:ext uri="{FF2B5EF4-FFF2-40B4-BE49-F238E27FC236}">
              <a16:creationId xmlns:a16="http://schemas.microsoft.com/office/drawing/2014/main" id="{FCA9E966-0B41-69AD-10FA-3DB73A1DE6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E693C1-6A4B-B9BD-6585-4354CC0A13C0}"/>
              </a:ext>
            </a:extLst>
          </p:cNvPr>
          <p:cNvSpPr>
            <a:spLocks noGrp="1"/>
          </p:cNvSpPr>
          <p:nvPr>
            <p:ph type="ctrTitle"/>
          </p:nvPr>
        </p:nvSpPr>
        <p:spPr>
          <a:xfrm>
            <a:off x="2553903" y="304800"/>
            <a:ext cx="7084194" cy="1082180"/>
          </a:xfrm>
        </p:spPr>
        <p:txBody>
          <a:bodyPr/>
          <a:lstStyle/>
          <a:p>
            <a:r>
              <a:rPr lang="en-US" dirty="0"/>
              <a:t>Ssd1306.py</a:t>
            </a:r>
          </a:p>
        </p:txBody>
      </p:sp>
      <p:pic>
        <p:nvPicPr>
          <p:cNvPr id="4" name="Picture 3">
            <a:extLst>
              <a:ext uri="{FF2B5EF4-FFF2-40B4-BE49-F238E27FC236}">
                <a16:creationId xmlns:a16="http://schemas.microsoft.com/office/drawing/2014/main" id="{CDEB997A-678F-AF84-9152-D080897ECC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364495"/>
            <a:ext cx="4391638" cy="3962953"/>
          </a:xfrm>
          <a:prstGeom prst="rect">
            <a:avLst/>
          </a:prstGeom>
        </p:spPr>
      </p:pic>
      <p:pic>
        <p:nvPicPr>
          <p:cNvPr id="6" name="Picture 5">
            <a:extLst>
              <a:ext uri="{FF2B5EF4-FFF2-40B4-BE49-F238E27FC236}">
                <a16:creationId xmlns:a16="http://schemas.microsoft.com/office/drawing/2014/main" id="{70AC3C21-FE73-E9AF-37CB-23BF5D8799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9400" y="1364495"/>
            <a:ext cx="4544059" cy="3600953"/>
          </a:xfrm>
          <a:prstGeom prst="rect">
            <a:avLst/>
          </a:prstGeom>
        </p:spPr>
      </p:pic>
    </p:spTree>
    <p:extLst>
      <p:ext uri="{BB962C8B-B14F-4D97-AF65-F5344CB8AC3E}">
        <p14:creationId xmlns:p14="http://schemas.microsoft.com/office/powerpoint/2010/main" val="31322288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a:extLst>
            <a:ext uri="{FF2B5EF4-FFF2-40B4-BE49-F238E27FC236}">
              <a16:creationId xmlns:a16="http://schemas.microsoft.com/office/drawing/2014/main" id="{E4714BF8-A188-E2F3-AA51-233305E620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4FF827-1B8F-E591-D0CA-975EB050A54C}"/>
              </a:ext>
            </a:extLst>
          </p:cNvPr>
          <p:cNvSpPr>
            <a:spLocks noGrp="1"/>
          </p:cNvSpPr>
          <p:nvPr>
            <p:ph type="ctrTitle"/>
          </p:nvPr>
        </p:nvSpPr>
        <p:spPr>
          <a:xfrm>
            <a:off x="2553903" y="304800"/>
            <a:ext cx="7084194" cy="1082180"/>
          </a:xfrm>
        </p:spPr>
        <p:txBody>
          <a:bodyPr/>
          <a:lstStyle/>
          <a:p>
            <a:r>
              <a:rPr lang="en-US" dirty="0"/>
              <a:t>Ssd1306.py</a:t>
            </a:r>
          </a:p>
        </p:txBody>
      </p:sp>
      <p:pic>
        <p:nvPicPr>
          <p:cNvPr id="4" name="Picture 3">
            <a:extLst>
              <a:ext uri="{FF2B5EF4-FFF2-40B4-BE49-F238E27FC236}">
                <a16:creationId xmlns:a16="http://schemas.microsoft.com/office/drawing/2014/main" id="{01E811A2-02A3-602B-179C-448BCDA96D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1386980"/>
            <a:ext cx="3639058" cy="4896533"/>
          </a:xfrm>
          <a:prstGeom prst="rect">
            <a:avLst/>
          </a:prstGeom>
        </p:spPr>
      </p:pic>
      <p:pic>
        <p:nvPicPr>
          <p:cNvPr id="6" name="Picture 5">
            <a:extLst>
              <a:ext uri="{FF2B5EF4-FFF2-40B4-BE49-F238E27FC236}">
                <a16:creationId xmlns:a16="http://schemas.microsoft.com/office/drawing/2014/main" id="{1399ACEF-4381-AB06-2511-80F8864690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0600" y="1409465"/>
            <a:ext cx="5449060" cy="4401164"/>
          </a:xfrm>
          <a:prstGeom prst="rect">
            <a:avLst/>
          </a:prstGeom>
        </p:spPr>
      </p:pic>
    </p:spTree>
    <p:extLst>
      <p:ext uri="{BB962C8B-B14F-4D97-AF65-F5344CB8AC3E}">
        <p14:creationId xmlns:p14="http://schemas.microsoft.com/office/powerpoint/2010/main" val="42855706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a:extLst>
            <a:ext uri="{FF2B5EF4-FFF2-40B4-BE49-F238E27FC236}">
              <a16:creationId xmlns:a16="http://schemas.microsoft.com/office/drawing/2014/main" id="{3ECD8291-D55C-7B7E-6D6F-FF2D551BB7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15386C-F3F6-F0DB-C8E0-6A4B08EEE03D}"/>
              </a:ext>
            </a:extLst>
          </p:cNvPr>
          <p:cNvSpPr>
            <a:spLocks noGrp="1"/>
          </p:cNvSpPr>
          <p:nvPr>
            <p:ph type="ctrTitle"/>
          </p:nvPr>
        </p:nvSpPr>
        <p:spPr>
          <a:xfrm>
            <a:off x="2553903" y="304800"/>
            <a:ext cx="7084194" cy="1082180"/>
          </a:xfrm>
        </p:spPr>
        <p:txBody>
          <a:bodyPr/>
          <a:lstStyle/>
          <a:p>
            <a:r>
              <a:rPr lang="en-US" dirty="0"/>
              <a:t>Ssd1306.py</a:t>
            </a:r>
          </a:p>
        </p:txBody>
      </p:sp>
      <p:pic>
        <p:nvPicPr>
          <p:cNvPr id="4" name="Picture 3">
            <a:extLst>
              <a:ext uri="{FF2B5EF4-FFF2-40B4-BE49-F238E27FC236}">
                <a16:creationId xmlns:a16="http://schemas.microsoft.com/office/drawing/2014/main" id="{9DA67ECD-210B-9832-4BA3-46609C4506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1369491"/>
            <a:ext cx="5601482" cy="4763165"/>
          </a:xfrm>
          <a:prstGeom prst="rect">
            <a:avLst/>
          </a:prstGeom>
        </p:spPr>
      </p:pic>
      <p:pic>
        <p:nvPicPr>
          <p:cNvPr id="6" name="Picture 5">
            <a:extLst>
              <a:ext uri="{FF2B5EF4-FFF2-40B4-BE49-F238E27FC236}">
                <a16:creationId xmlns:a16="http://schemas.microsoft.com/office/drawing/2014/main" id="{6D714C9E-3C16-A4A2-D548-D24BEC4688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24025" y="2771683"/>
            <a:ext cx="4658375" cy="1314633"/>
          </a:xfrm>
          <a:prstGeom prst="rect">
            <a:avLst/>
          </a:prstGeom>
        </p:spPr>
      </p:pic>
    </p:spTree>
    <p:extLst>
      <p:ext uri="{BB962C8B-B14F-4D97-AF65-F5344CB8AC3E}">
        <p14:creationId xmlns:p14="http://schemas.microsoft.com/office/powerpoint/2010/main" val="26940454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3ADE4-C5A8-B5D7-A051-B5B6B3532085}"/>
              </a:ext>
            </a:extLst>
          </p:cNvPr>
          <p:cNvSpPr>
            <a:spLocks noGrp="1"/>
          </p:cNvSpPr>
          <p:nvPr>
            <p:ph type="title"/>
          </p:nvPr>
        </p:nvSpPr>
        <p:spPr>
          <a:xfrm>
            <a:off x="768096" y="822325"/>
            <a:ext cx="2959272" cy="854076"/>
          </a:xfrm>
        </p:spPr>
        <p:txBody>
          <a:bodyPr>
            <a:normAutofit/>
          </a:bodyPr>
          <a:lstStyle/>
          <a:p>
            <a:r>
              <a:rPr lang="en-US" sz="4000" dirty="0">
                <a:solidFill>
                  <a:schemeClr val="bg2"/>
                </a:solidFill>
              </a:rPr>
              <a:t>Output</a:t>
            </a:r>
          </a:p>
        </p:txBody>
      </p:sp>
      <p:sp>
        <p:nvSpPr>
          <p:cNvPr id="3" name="Content Placeholder 2">
            <a:extLst>
              <a:ext uri="{FF2B5EF4-FFF2-40B4-BE49-F238E27FC236}">
                <a16:creationId xmlns:a16="http://schemas.microsoft.com/office/drawing/2014/main" id="{BDA84AC1-62E2-3534-8BD6-691084B52FAE}"/>
              </a:ext>
            </a:extLst>
          </p:cNvPr>
          <p:cNvSpPr>
            <a:spLocks noGrp="1"/>
          </p:cNvSpPr>
          <p:nvPr>
            <p:ph sz="quarter" idx="14"/>
          </p:nvPr>
        </p:nvSpPr>
        <p:spPr>
          <a:xfrm>
            <a:off x="768096" y="1676400"/>
            <a:ext cx="3346704" cy="4953000"/>
          </a:xfrm>
        </p:spPr>
        <p:txBody>
          <a:bodyPr>
            <a:noAutofit/>
          </a:bodyPr>
          <a:lstStyle/>
          <a:p>
            <a:r>
              <a:rPr lang="en-US" sz="1600" dirty="0">
                <a:solidFill>
                  <a:schemeClr val="bg2"/>
                </a:solidFill>
              </a:rPr>
              <a:t>After the user chooses a plant, the program displays its name, temperature and humidity in both the terminal and the OLED display.</a:t>
            </a:r>
          </a:p>
          <a:p>
            <a:r>
              <a:rPr lang="en-US" sz="1600" dirty="0">
                <a:solidFill>
                  <a:schemeClr val="bg2"/>
                </a:solidFill>
              </a:rPr>
              <a:t>The status is only displayed in the terminal.</a:t>
            </a:r>
          </a:p>
          <a:p>
            <a:r>
              <a:rPr lang="en-US" sz="1600" dirty="0">
                <a:solidFill>
                  <a:schemeClr val="bg2"/>
                </a:solidFill>
              </a:rPr>
              <a:t>Since the temperature is in the suitable range, only the green LED lights up.</a:t>
            </a:r>
          </a:p>
          <a:p>
            <a:r>
              <a:rPr lang="en-US" sz="1600" dirty="0">
                <a:solidFill>
                  <a:schemeClr val="bg2"/>
                </a:solidFill>
              </a:rPr>
              <a:t>You can change the temperature to get different results.</a:t>
            </a:r>
          </a:p>
        </p:txBody>
      </p:sp>
      <p:pic>
        <p:nvPicPr>
          <p:cNvPr id="6" name="Picture Placeholder 5">
            <a:extLst>
              <a:ext uri="{FF2B5EF4-FFF2-40B4-BE49-F238E27FC236}">
                <a16:creationId xmlns:a16="http://schemas.microsoft.com/office/drawing/2014/main" id="{99CD8297-B195-5174-5B07-8DAD26DBD3CE}"/>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t="2174" b="2174"/>
          <a:stretch>
            <a:fillRect/>
          </a:stretch>
        </p:blipFill>
        <p:spPr>
          <a:custGeom>
            <a:avLst/>
            <a:gdLst>
              <a:gd name="connsiteX0" fmla="*/ 501522 w 7808967"/>
              <a:gd name="connsiteY0" fmla="*/ 0 h 6092787"/>
              <a:gd name="connsiteX1" fmla="*/ 7808967 w 7808967"/>
              <a:gd name="connsiteY1" fmla="*/ 0 h 6092787"/>
              <a:gd name="connsiteX2" fmla="*/ 7808967 w 7808967"/>
              <a:gd name="connsiteY2" fmla="*/ 6092787 h 6092787"/>
              <a:gd name="connsiteX3" fmla="*/ 0 w 7808967"/>
              <a:gd name="connsiteY3" fmla="*/ 6092787 h 6092787"/>
              <a:gd name="connsiteX4" fmla="*/ 0 w 7808967"/>
              <a:gd name="connsiteY4" fmla="*/ 501522 h 6092787"/>
              <a:gd name="connsiteX5" fmla="*/ 501522 w 7808967"/>
              <a:gd name="connsiteY5" fmla="*/ 0 h 6092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808967" h="6092787">
                <a:moveTo>
                  <a:pt x="501522" y="0"/>
                </a:moveTo>
                <a:lnTo>
                  <a:pt x="7808967" y="0"/>
                </a:lnTo>
                <a:lnTo>
                  <a:pt x="7808967" y="6092787"/>
                </a:lnTo>
                <a:lnTo>
                  <a:pt x="0" y="6092787"/>
                </a:lnTo>
                <a:lnTo>
                  <a:pt x="0" y="501522"/>
                </a:lnTo>
                <a:cubicBezTo>
                  <a:pt x="0" y="224539"/>
                  <a:pt x="224539" y="0"/>
                  <a:pt x="501522" y="0"/>
                </a:cubicBezTo>
                <a:close/>
              </a:path>
            </a:pathLst>
          </a:custGeom>
          <a:blipFill>
            <a:blip r:embed="rId3">
              <a:alphaModFix amt="70000"/>
            </a:blip>
            <a:stretch>
              <a:fillRect/>
            </a:stretch>
          </a:blipFill>
        </p:spPr>
      </p:pic>
    </p:spTree>
    <p:extLst>
      <p:ext uri="{BB962C8B-B14F-4D97-AF65-F5344CB8AC3E}">
        <p14:creationId xmlns:p14="http://schemas.microsoft.com/office/powerpoint/2010/main" val="31256186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3FCD4-83FD-DC3F-C826-8F78447EE5A5}"/>
              </a:ext>
            </a:extLst>
          </p:cNvPr>
          <p:cNvSpPr>
            <a:spLocks noGrp="1"/>
          </p:cNvSpPr>
          <p:nvPr>
            <p:ph type="title"/>
          </p:nvPr>
        </p:nvSpPr>
        <p:spPr>
          <a:xfrm>
            <a:off x="381000" y="228600"/>
            <a:ext cx="10591800" cy="1981200"/>
          </a:xfrm>
        </p:spPr>
        <p:txBody>
          <a:bodyPr>
            <a:noAutofit/>
          </a:bodyPr>
          <a:lstStyle/>
          <a:p>
            <a:r>
              <a:rPr lang="en-US" sz="6000" dirty="0">
                <a:solidFill>
                  <a:schemeClr val="bg2"/>
                </a:solidFill>
              </a:rPr>
              <a:t>Testing and challenges </a:t>
            </a:r>
          </a:p>
        </p:txBody>
      </p:sp>
      <p:sp>
        <p:nvSpPr>
          <p:cNvPr id="3" name="Content Placeholder 2">
            <a:extLst>
              <a:ext uri="{FF2B5EF4-FFF2-40B4-BE49-F238E27FC236}">
                <a16:creationId xmlns:a16="http://schemas.microsoft.com/office/drawing/2014/main" id="{177BFACC-E7AA-87CE-992F-74E02A9D451E}"/>
              </a:ext>
            </a:extLst>
          </p:cNvPr>
          <p:cNvSpPr>
            <a:spLocks noGrp="1"/>
          </p:cNvSpPr>
          <p:nvPr>
            <p:ph idx="1"/>
          </p:nvPr>
        </p:nvSpPr>
        <p:spPr>
          <a:xfrm>
            <a:off x="381000" y="2667000"/>
            <a:ext cx="10693446" cy="2514600"/>
          </a:xfrm>
        </p:spPr>
        <p:txBody>
          <a:bodyPr>
            <a:noAutofit/>
          </a:bodyPr>
          <a:lstStyle/>
          <a:p>
            <a:r>
              <a:rPr lang="en-US" sz="1800" dirty="0">
                <a:solidFill>
                  <a:schemeClr val="bg2"/>
                </a:solidFill>
              </a:rPr>
              <a:t>We tested and enhanced the device several times before agreeing on the final model.</a:t>
            </a:r>
          </a:p>
          <a:p>
            <a:r>
              <a:rPr lang="en-US" sz="1800" dirty="0">
                <a:solidFill>
                  <a:schemeClr val="bg2"/>
                </a:solidFill>
              </a:rPr>
              <a:t>The only challenge we faced is that the OLED display didn’t have enough space to display the plant name, temperature, humidity and status without damaging the UI, so we decided to only display the status in the terminal. </a:t>
            </a:r>
          </a:p>
        </p:txBody>
      </p:sp>
    </p:spTree>
    <p:extLst>
      <p:ext uri="{BB962C8B-B14F-4D97-AF65-F5344CB8AC3E}">
        <p14:creationId xmlns:p14="http://schemas.microsoft.com/office/powerpoint/2010/main" val="2348756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BFEB2-DFC8-92F6-B6F5-7EFD180CC46B}"/>
              </a:ext>
            </a:extLst>
          </p:cNvPr>
          <p:cNvSpPr>
            <a:spLocks noGrp="1"/>
          </p:cNvSpPr>
          <p:nvPr>
            <p:ph type="title"/>
          </p:nvPr>
        </p:nvSpPr>
        <p:spPr>
          <a:xfrm>
            <a:off x="304800" y="228600"/>
            <a:ext cx="10706100" cy="683912"/>
          </a:xfrm>
        </p:spPr>
        <p:txBody>
          <a:bodyPr>
            <a:noAutofit/>
          </a:bodyPr>
          <a:lstStyle/>
          <a:p>
            <a:r>
              <a:rPr lang="en-US" sz="8000" dirty="0">
                <a:solidFill>
                  <a:schemeClr val="bg2"/>
                </a:solidFill>
              </a:rPr>
              <a:t>Final Result</a:t>
            </a:r>
          </a:p>
        </p:txBody>
      </p:sp>
      <p:sp>
        <p:nvSpPr>
          <p:cNvPr id="3" name="Content Placeholder 2">
            <a:extLst>
              <a:ext uri="{FF2B5EF4-FFF2-40B4-BE49-F238E27FC236}">
                <a16:creationId xmlns:a16="http://schemas.microsoft.com/office/drawing/2014/main" id="{F67D835A-C5A0-EBBE-55A7-8562992D309E}"/>
              </a:ext>
            </a:extLst>
          </p:cNvPr>
          <p:cNvSpPr>
            <a:spLocks noGrp="1"/>
          </p:cNvSpPr>
          <p:nvPr>
            <p:ph idx="1"/>
          </p:nvPr>
        </p:nvSpPr>
        <p:spPr>
          <a:xfrm>
            <a:off x="317454" y="1828800"/>
            <a:ext cx="10693446" cy="4665328"/>
          </a:xfrm>
        </p:spPr>
        <p:txBody>
          <a:bodyPr>
            <a:normAutofit/>
          </a:bodyPr>
          <a:lstStyle/>
          <a:p>
            <a:r>
              <a:rPr lang="en-US" sz="1800" dirty="0">
                <a:solidFill>
                  <a:schemeClr val="bg2"/>
                </a:solidFill>
              </a:rPr>
              <a:t>The device has preset plant profiles that include the plant name, minimum temperature and max temperature.</a:t>
            </a:r>
          </a:p>
          <a:p>
            <a:r>
              <a:rPr lang="en-US" sz="1800" dirty="0">
                <a:solidFill>
                  <a:schemeClr val="bg2"/>
                </a:solidFill>
              </a:rPr>
              <a:t>The user is asked to choose a plant to make the measurements against this plant’s values.</a:t>
            </a:r>
          </a:p>
          <a:p>
            <a:r>
              <a:rPr lang="en-US" sz="1800" dirty="0">
                <a:solidFill>
                  <a:schemeClr val="bg2"/>
                </a:solidFill>
              </a:rPr>
              <a:t>After the status is determined, a certain LED turns on, and the buzzer turns on if the status is “too high”.</a:t>
            </a:r>
          </a:p>
          <a:p>
            <a:r>
              <a:rPr lang="en-US" sz="1800" dirty="0">
                <a:solidFill>
                  <a:schemeClr val="bg2"/>
                </a:solidFill>
              </a:rPr>
              <a:t>The plant name, current temperature and current humidity are displayed in both the terminal and the OLED display.</a:t>
            </a:r>
          </a:p>
          <a:p>
            <a:r>
              <a:rPr lang="en-US" sz="1800" dirty="0">
                <a:solidFill>
                  <a:schemeClr val="bg2"/>
                </a:solidFill>
              </a:rPr>
              <a:t>The current environment status is displayed only in the terminal.</a:t>
            </a:r>
          </a:p>
          <a:p>
            <a:r>
              <a:rPr lang="en-US" sz="1800" dirty="0">
                <a:solidFill>
                  <a:schemeClr val="bg2"/>
                </a:solidFill>
              </a:rPr>
              <a:t>All the components are wired as instructed.</a:t>
            </a:r>
          </a:p>
          <a:p>
            <a:r>
              <a:rPr lang="en-US" sz="1800" dirty="0">
                <a:solidFill>
                  <a:schemeClr val="bg2"/>
                </a:solidFill>
              </a:rPr>
              <a:t>Project link: </a:t>
            </a:r>
            <a:r>
              <a:rPr lang="en-US" sz="1800" dirty="0">
                <a:solidFill>
                  <a:schemeClr val="bg2"/>
                </a:solidFill>
                <a:hlinkClick r:id="rId2"/>
              </a:rPr>
              <a:t>https://wokwi.com/projects/474161109420699649</a:t>
            </a:r>
            <a:endParaRPr lang="en-US" sz="1800" dirty="0">
              <a:solidFill>
                <a:schemeClr val="bg2"/>
              </a:solidFill>
            </a:endParaRPr>
          </a:p>
        </p:txBody>
      </p:sp>
    </p:spTree>
    <p:extLst>
      <p:ext uri="{BB962C8B-B14F-4D97-AF65-F5344CB8AC3E}">
        <p14:creationId xmlns:p14="http://schemas.microsoft.com/office/powerpoint/2010/main" val="26764191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38E3E-4219-C44C-C50B-DD489A83AF03}"/>
              </a:ext>
            </a:extLst>
          </p:cNvPr>
          <p:cNvSpPr>
            <a:spLocks noGrp="1"/>
          </p:cNvSpPr>
          <p:nvPr>
            <p:ph type="title"/>
          </p:nvPr>
        </p:nvSpPr>
        <p:spPr>
          <a:xfrm>
            <a:off x="228600" y="363511"/>
            <a:ext cx="10706100" cy="1234440"/>
          </a:xfrm>
        </p:spPr>
        <p:txBody>
          <a:bodyPr>
            <a:noAutofit/>
          </a:bodyPr>
          <a:lstStyle/>
          <a:p>
            <a:r>
              <a:rPr lang="en-US" sz="8000" dirty="0">
                <a:solidFill>
                  <a:schemeClr val="bg2"/>
                </a:solidFill>
              </a:rPr>
              <a:t>Conclusion</a:t>
            </a:r>
          </a:p>
        </p:txBody>
      </p:sp>
      <p:sp>
        <p:nvSpPr>
          <p:cNvPr id="3" name="Content Placeholder 2">
            <a:extLst>
              <a:ext uri="{FF2B5EF4-FFF2-40B4-BE49-F238E27FC236}">
                <a16:creationId xmlns:a16="http://schemas.microsoft.com/office/drawing/2014/main" id="{196CB193-8F23-3BDD-52C4-AE6FD9684DD2}"/>
              </a:ext>
            </a:extLst>
          </p:cNvPr>
          <p:cNvSpPr>
            <a:spLocks noGrp="1"/>
          </p:cNvSpPr>
          <p:nvPr>
            <p:ph idx="1"/>
          </p:nvPr>
        </p:nvSpPr>
        <p:spPr>
          <a:xfrm>
            <a:off x="228600" y="2057400"/>
            <a:ext cx="10693446" cy="2438400"/>
          </a:xfrm>
        </p:spPr>
        <p:txBody>
          <a:bodyPr>
            <a:normAutofit/>
          </a:bodyPr>
          <a:lstStyle/>
          <a:p>
            <a:r>
              <a:rPr lang="en-US" sz="1800" dirty="0">
                <a:solidFill>
                  <a:schemeClr val="bg2"/>
                </a:solidFill>
              </a:rPr>
              <a:t>Through dedication, hard work, and team effort, we succeeded in making a smart plant monitor that tracks the temperature and humidity of plants and alerts the user if status of the plant environment is not “suitable”.</a:t>
            </a:r>
          </a:p>
          <a:p>
            <a:r>
              <a:rPr lang="en-US" sz="1800" dirty="0">
                <a:solidFill>
                  <a:schemeClr val="bg2"/>
                </a:solidFill>
              </a:rPr>
              <a:t>The project could be improved externally if we used a 3D printer to make a shell for the device, so it looks good.</a:t>
            </a:r>
          </a:p>
        </p:txBody>
      </p:sp>
    </p:spTree>
    <p:extLst>
      <p:ext uri="{BB962C8B-B14F-4D97-AF65-F5344CB8AC3E}">
        <p14:creationId xmlns:p14="http://schemas.microsoft.com/office/powerpoint/2010/main" val="10443646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a:extLst>
            <a:ext uri="{FF2B5EF4-FFF2-40B4-BE49-F238E27FC236}">
              <a16:creationId xmlns:a16="http://schemas.microsoft.com/office/drawing/2014/main" id="{6C4A68F0-6238-C5E3-B238-633E91E9ED9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01BB0CD-AF28-8F53-36FE-380CA41E6352}"/>
              </a:ext>
            </a:extLst>
          </p:cNvPr>
          <p:cNvSpPr txBox="1"/>
          <p:nvPr/>
        </p:nvSpPr>
        <p:spPr>
          <a:xfrm>
            <a:off x="1981200" y="2644170"/>
            <a:ext cx="8229600" cy="1569660"/>
          </a:xfrm>
          <a:prstGeom prst="rect">
            <a:avLst/>
          </a:prstGeom>
          <a:noFill/>
        </p:spPr>
        <p:txBody>
          <a:bodyPr wrap="square" rtlCol="0">
            <a:spAutoFit/>
          </a:bodyPr>
          <a:lstStyle/>
          <a:p>
            <a:pPr algn="ctr"/>
            <a:r>
              <a:rPr lang="en-US" sz="9600" dirty="0">
                <a:solidFill>
                  <a:schemeClr val="bg2"/>
                </a:solidFill>
              </a:rPr>
              <a:t>THANK YOU</a:t>
            </a:r>
          </a:p>
        </p:txBody>
      </p:sp>
    </p:spTree>
    <p:extLst>
      <p:ext uri="{BB962C8B-B14F-4D97-AF65-F5344CB8AC3E}">
        <p14:creationId xmlns:p14="http://schemas.microsoft.com/office/powerpoint/2010/main" val="4015935901"/>
      </p:ext>
    </p:extLst>
  </p:cSld>
  <p:clrMapOvr>
    <a:masterClrMapping/>
  </p:clrMapOvr>
</p:sld>
</file>

<file path=ppt/theme/theme1.xml><?xml version="1.0" encoding="utf-8"?>
<a:theme xmlns:a="http://schemas.openxmlformats.org/drawingml/2006/main" name="Oasis">
  <a:themeElements>
    <a:clrScheme name="Oasis">
      <a:dk1>
        <a:srgbClr val="131313"/>
      </a:dk1>
      <a:lt1>
        <a:sysClr val="window" lastClr="FFFFFF"/>
      </a:lt1>
      <a:dk2>
        <a:srgbClr val="2D2A27"/>
      </a:dk2>
      <a:lt2>
        <a:srgbClr val="F0EBE6"/>
      </a:lt2>
      <a:accent1>
        <a:srgbClr val="9F7667"/>
      </a:accent1>
      <a:accent2>
        <a:srgbClr val="BE8856"/>
      </a:accent2>
      <a:accent3>
        <a:srgbClr val="BD9075"/>
      </a:accent3>
      <a:accent4>
        <a:srgbClr val="939081"/>
      </a:accent4>
      <a:accent5>
        <a:srgbClr val="A16D4C"/>
      </a:accent5>
      <a:accent6>
        <a:srgbClr val="8C8662"/>
      </a:accent6>
      <a:hlink>
        <a:srgbClr val="A57361"/>
      </a:hlink>
      <a:folHlink>
        <a:srgbClr val="8C8662"/>
      </a:folHlink>
    </a:clrScheme>
    <a:fontScheme name="Oasis Font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asis" id="{F87D57D1-6595-40EA-BD1E-F0C34D0EF910}" vid="{ECA7DBCD-4BC8-40F2-8EF4-7A6D942FA19B}"/>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E2E911A2-2017-41E4-8340-9C55208FC24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533346F-C811-4404-B626-0E7631B21215}">
  <ds:schemaRefs>
    <ds:schemaRef ds:uri="http://schemas.microsoft.com/sharepoint/v3/contenttype/forms"/>
  </ds:schemaRefs>
</ds:datastoreItem>
</file>

<file path=customXml/itemProps3.xml><?xml version="1.0" encoding="utf-8"?>
<ds:datastoreItem xmlns:ds="http://schemas.openxmlformats.org/officeDocument/2006/customXml" ds:itemID="{0DA384A2-DC2C-4578-B8CE-512657D68B3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{FB92F535-6FC8-46CB-9FDE-31DAD75490CC}977d9fe9-4445-4c48-bc9c-1fe8e23d557c-TF7d956844-ebdd-4ca4-b538-a1bcfc9ad3f053165620_win32</Template>
  <TotalTime>121</TotalTime>
  <Words>746</Words>
  <Application>Microsoft Office PowerPoint</Application>
  <PresentationFormat>Widescreen</PresentationFormat>
  <Paragraphs>58</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Neue Haas Grotesk Text Pro</vt:lpstr>
      <vt:lpstr>Oasis</vt:lpstr>
      <vt:lpstr>Smart plant monitor</vt:lpstr>
      <vt:lpstr>The problem</vt:lpstr>
      <vt:lpstr>The Solution</vt:lpstr>
      <vt:lpstr>How it works</vt:lpstr>
      <vt:lpstr>The components used</vt:lpstr>
      <vt:lpstr>Project design</vt:lpstr>
      <vt:lpstr>Main.py</vt:lpstr>
      <vt:lpstr>Main.py</vt:lpstr>
      <vt:lpstr>Diagram.json</vt:lpstr>
      <vt:lpstr>Diagram.json</vt:lpstr>
      <vt:lpstr>Ssd1306.py</vt:lpstr>
      <vt:lpstr>Ssd1306.py</vt:lpstr>
      <vt:lpstr>Ssd1306.py</vt:lpstr>
      <vt:lpstr>Ssd1306.py</vt:lpstr>
      <vt:lpstr>Output</vt:lpstr>
      <vt:lpstr>Testing and challenges </vt:lpstr>
      <vt:lpstr>Final Result</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Ahmed Yahya Mekky</dc:creator>
  <cp:lastModifiedBy>Ahmed Yahya Mekky</cp:lastModifiedBy>
  <cp:revision>19</cp:revision>
  <dcterms:created xsi:type="dcterms:W3CDTF">2026-09-07T09:45:45Z</dcterms:created>
  <dcterms:modified xsi:type="dcterms:W3CDTF">2026-09-07T13:02:09Z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